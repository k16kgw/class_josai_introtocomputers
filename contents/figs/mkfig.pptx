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19"/>
    <p:restoredTop sz="94694"/>
  </p:normalViewPr>
  <p:slideViewPr>
    <p:cSldViewPr snapToGrid="0">
      <p:cViewPr>
        <p:scale>
          <a:sx n="79" d="100"/>
          <a:sy n="79" d="100"/>
        </p:scale>
        <p:origin x="488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6AB5E-AB31-8618-3E64-F0015709C5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55671BE-3C3A-7969-3014-F31A50E4F9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5A1680-A516-F7FA-F958-748CFE995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C71583-5128-D0EE-9D30-982565C8D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1D3A71-35ED-88DD-91B2-68782D0FD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9221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A6B56-58A0-B1E9-42A9-0841956F8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A1BFC0-7300-1FA4-7C3A-EBB7BA768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E3E214-48B3-8715-9DAB-DD6DD57ED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036831-6A41-5B3A-6042-FB843449A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DFF503-51EA-9023-7A9D-E703456DE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2198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E17CBF-279B-1886-9880-D4B1F27BB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7B9001-4DF0-5DB2-8BFC-ACE107414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3EFD63-53B4-B939-C953-F413E8BB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712D91-158F-B79E-C833-2364F22DE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49A437-164E-6444-D38B-6C37E5F3F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487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AEF83-666B-290E-A279-4C3025F2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0F7BA3F-9B6B-1719-1921-A6240242F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CA2CB78-CC94-F346-95B4-C58E69730D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5A00E5-2FEB-7D7F-30F4-8C251461D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1D2A5C-2C6F-5291-0418-0A777C1A4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4B3773-F131-F05E-F172-8F277FAD5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00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C352C9-7D95-20E6-219E-6F9E04584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B380F01-AE7F-BF5C-F577-4F8EE734D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8B22E2-3E23-C1B1-6333-BF5F7F2C62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51BD9C5-4676-4624-2D6E-7B9C9251B4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405B3E-B6C4-DF18-4E7C-7A48AA0D48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98A9F77-D702-E6BE-C3D3-B44808C45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75B2BA2-E3D7-769B-88D9-FE220B27B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CA8D282-5B5E-28D6-978F-F5FD95C85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23561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536EA5-0211-8641-7B36-018CDC88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57BDA8D-30C9-E708-BAAB-4C59FA481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2470741-4831-7B85-B982-4E479DFBD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4981492-3642-9439-91E2-9675CF508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2574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F23E875-DF41-B175-CA65-9E9C1B43D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69F920A-D08E-D359-4583-95FE39F26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6139112-518D-3AB6-6841-924DAE319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3544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763C8B-BA4D-68AA-1A0F-0BA3682EF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FAF469-EFDD-E862-6AC3-38D4ADF70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94E58BA-A649-07CB-336B-5DAA1BEB7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7EE64C-05AD-130C-B331-EFC844E38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198ED75-2CCA-3136-A4F4-4E390AB9D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A1958B5-0C5A-9222-11C9-AC19E7413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1302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AC4AED-6408-0975-D415-84B240B4B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880DE0F-5F66-FE8B-2F1D-B9AEFC6E0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40A52AF-E6DD-3FCD-7244-258F63C2B8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6FEE27A-59E2-83C9-7745-6080A0321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2AF1032-5FD8-0DDF-84B8-549663B77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3D04227-1828-F6CF-9699-BAEE554C5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3507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AFA3EB-DD96-AE65-AA31-432DF2CCA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5DA6DCD-36EB-6D81-E865-AF786C4AAA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66BEDC-43F4-9F1E-C2BC-D01451989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BC0B2F-8C74-CFA4-8710-036B71454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B844F1-BFC6-A936-EBB5-B38743F79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39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C741041-A94B-0648-3194-506890892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8D00F4-D79E-6BEB-37EE-2664D5EDF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675ADF-CA8F-9A11-C6A4-2AF0BB43F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A4FC95-4C6E-B258-993F-0787FDB51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D84668-E236-98BC-7EE2-3E70B352C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612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2743A0E-0224-AE61-5EED-36EBD6F1C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23FB3C2-7DB8-C8A5-43DD-09586748F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E9A72A-3272-5CE8-845E-8BE1047EA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77418-63AD-0D42-AD46-6F16D2BF5D76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2633CA-D6D1-DBD9-F5F2-7099D8B36A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7DA48C-916D-A55F-ADBE-46FBE562C2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3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9FE2D6-FD68-215C-0F7C-6EC8EED5DE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9DF1392-A8DA-4804-B29A-764542AD23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0776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63171497-BD36-DC50-A431-055BEA33A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2799155"/>
                  </p:ext>
                </p:extLst>
              </p:nvPr>
            </p:nvGraphicFramePr>
            <p:xfrm>
              <a:off x="2032000" y="719666"/>
              <a:ext cx="2697654" cy="189100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9921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</a:tblGrid>
                  <a:tr h="625463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63171497-BD36-DC50-A431-055BEA33A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2799155"/>
                  </p:ext>
                </p:extLst>
              </p:nvPr>
            </p:nvGraphicFramePr>
            <p:xfrm>
              <a:off x="2032000" y="719666"/>
              <a:ext cx="2697654" cy="189100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9921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02817" t="-108163" r="-102817" b="-10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2817" t="-108163" r="-2817" b="-10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02817" t="-204000" r="-102817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2817" t="-204000" r="-2817" b="-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509EEB1-F141-A5A1-A1DC-218424DE525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46299718"/>
                  </p:ext>
                </p:extLst>
              </p:nvPr>
            </p:nvGraphicFramePr>
            <p:xfrm>
              <a:off x="5812220" y="387149"/>
              <a:ext cx="5276190" cy="222848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5523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BC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509EEB1-F141-A5A1-A1DC-218424DE525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46299718"/>
                  </p:ext>
                </p:extLst>
              </p:nvPr>
            </p:nvGraphicFramePr>
            <p:xfrm>
              <a:off x="5812220" y="387149"/>
              <a:ext cx="5276190" cy="222848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5523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BC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00000" t="-106897" r="-30000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2410" t="-106897" r="-203614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10" t="-106897" r="-10119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614" t="-106897" r="-2410" b="-1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00000" t="-206897" r="-30000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2410" t="-206897" r="-203614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10" t="-206897" r="-10119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614" t="-206897" r="-2410" b="-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 5">
                <a:extLst>
                  <a:ext uri="{FF2B5EF4-FFF2-40B4-BE49-F238E27FC236}">
                    <a16:creationId xmlns:a16="http://schemas.microsoft.com/office/drawing/2014/main" id="{BF8B69E3-163C-C96F-5CDD-63176E774A4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9490823"/>
                  </p:ext>
                </p:extLst>
              </p:nvPr>
            </p:nvGraphicFramePr>
            <p:xfrm>
              <a:off x="2032000" y="2948152"/>
              <a:ext cx="6744140" cy="37026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34882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    CD AB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5105723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7535549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 5">
                <a:extLst>
                  <a:ext uri="{FF2B5EF4-FFF2-40B4-BE49-F238E27FC236}">
                    <a16:creationId xmlns:a16="http://schemas.microsoft.com/office/drawing/2014/main" id="{BF8B69E3-163C-C96F-5CDD-63176E774A4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9490823"/>
                  </p:ext>
                </p:extLst>
              </p:nvPr>
            </p:nvGraphicFramePr>
            <p:xfrm>
              <a:off x="2032000" y="2948152"/>
              <a:ext cx="6744140" cy="37026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34882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    CD AB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105085" r="-300000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105085" r="-202830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105085" r="-100935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105085" r="-1887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208621" r="-300000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208621" r="-202830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208621" r="-100935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208621" r="-1887" b="-2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308621" r="-30000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308621" r="-20283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308621" r="-100935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308621" r="-1887" b="-1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05723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408621" r="-30000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408621" r="-20283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408621" r="-100935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408621" r="-1887" b="-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535549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65120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8A2253F5-998E-7A38-FE4E-B08F89E3D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235828"/>
              </p:ext>
            </p:extLst>
          </p:nvPr>
        </p:nvGraphicFramePr>
        <p:xfrm>
          <a:off x="5812220" y="387149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9EF2150-5E63-5FF5-52CA-9AE9342C2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651677"/>
              </p:ext>
            </p:extLst>
          </p:nvPr>
        </p:nvGraphicFramePr>
        <p:xfrm>
          <a:off x="2032000" y="2948152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7597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446C1-F22B-C333-2B7A-446C3881F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E5ED2FCF-3CD5-AD91-C51D-818091139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009607"/>
              </p:ext>
            </p:extLst>
          </p:nvPr>
        </p:nvGraphicFramePr>
        <p:xfrm>
          <a:off x="2032000" y="292556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8DABB313-7D82-E490-279F-379E4E3AB000}"/>
              </a:ext>
            </a:extLst>
          </p:cNvPr>
          <p:cNvSpPr/>
          <p:nvPr/>
        </p:nvSpPr>
        <p:spPr>
          <a:xfrm>
            <a:off x="5206125" y="1040524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431CB598-5C1C-BC2C-7EFF-08A43CFF5243}"/>
              </a:ext>
            </a:extLst>
          </p:cNvPr>
          <p:cNvSpPr/>
          <p:nvPr/>
        </p:nvSpPr>
        <p:spPr>
          <a:xfrm>
            <a:off x="4165601" y="1797269"/>
            <a:ext cx="2091558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E08E83F-44E0-9C17-A650-B190B8326278}"/>
                  </a:ext>
                </a:extLst>
              </p:cNvPr>
              <p:cNvSpPr txBox="1"/>
              <p:nvPr/>
            </p:nvSpPr>
            <p:spPr>
              <a:xfrm>
                <a:off x="4827749" y="2615636"/>
                <a:ext cx="167392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E08E83F-44E0-9C17-A650-B190B8326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2615636"/>
                <a:ext cx="1673920" cy="523220"/>
              </a:xfrm>
              <a:prstGeom prst="rect">
                <a:avLst/>
              </a:prstGeom>
              <a:blipFill>
                <a:blip r:embed="rId2"/>
                <a:stretch>
                  <a:fillRect t="-11628" r="-9023" b="-2790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F113B35-74A7-E954-65B0-6634456BE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94827"/>
              </p:ext>
            </p:extLst>
          </p:nvPr>
        </p:nvGraphicFramePr>
        <p:xfrm>
          <a:off x="2032000" y="3396029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7" name="角丸四角形 6">
            <a:extLst>
              <a:ext uri="{FF2B5EF4-FFF2-40B4-BE49-F238E27FC236}">
                <a16:creationId xmlns:a16="http://schemas.microsoft.com/office/drawing/2014/main" id="{C84FCCE4-E9C8-D0CF-CED7-6ED17A20A561}"/>
              </a:ext>
            </a:extLst>
          </p:cNvPr>
          <p:cNvSpPr/>
          <p:nvPr/>
        </p:nvSpPr>
        <p:spPr>
          <a:xfrm>
            <a:off x="5206125" y="4125310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F025DB68-B0A0-DFCE-4F98-CBE9E2326D97}"/>
              </a:ext>
            </a:extLst>
          </p:cNvPr>
          <p:cNvSpPr/>
          <p:nvPr/>
        </p:nvSpPr>
        <p:spPr>
          <a:xfrm>
            <a:off x="4165601" y="4882055"/>
            <a:ext cx="2091558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97FAB843-7896-0E8E-83D3-CD8D307203DB}"/>
                  </a:ext>
                </a:extLst>
              </p:cNvPr>
              <p:cNvSpPr txBox="1"/>
              <p:nvPr/>
            </p:nvSpPr>
            <p:spPr>
              <a:xfrm>
                <a:off x="4827749" y="5700422"/>
                <a:ext cx="145097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???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97FAB843-7896-0E8E-83D3-CD8D30720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5700422"/>
                <a:ext cx="1450975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3169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10A25-B39D-8DAF-91C4-25B0EF2A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6E94F4C-E805-BDB4-F083-A2EF064A8D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29470"/>
              </p:ext>
            </p:extLst>
          </p:nvPr>
        </p:nvGraphicFramePr>
        <p:xfrm>
          <a:off x="2084552" y="709449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B86AA627-668C-3DB0-8640-FC02A899BF18}"/>
              </a:ext>
            </a:extLst>
          </p:cNvPr>
          <p:cNvSpPr/>
          <p:nvPr/>
        </p:nvSpPr>
        <p:spPr>
          <a:xfrm>
            <a:off x="4796221" y="2207173"/>
            <a:ext cx="2666123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E7A54A72-59C2-0C76-66AF-22F5C44A06B0}"/>
              </a:ext>
            </a:extLst>
          </p:cNvPr>
          <p:cNvSpPr/>
          <p:nvPr/>
        </p:nvSpPr>
        <p:spPr>
          <a:xfrm>
            <a:off x="6148551" y="2207173"/>
            <a:ext cx="2666123" cy="1492469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D57DB578-83EB-7B16-CC97-F5B269966E70}"/>
                  </a:ext>
                </a:extLst>
              </p:cNvPr>
              <p:cNvSpPr txBox="1"/>
              <p:nvPr/>
            </p:nvSpPr>
            <p:spPr>
              <a:xfrm>
                <a:off x="5721128" y="4506732"/>
                <a:ext cx="22261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𝑫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D57DB578-83EB-7B16-CC97-F5B269966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128" y="4506732"/>
                <a:ext cx="2226186" cy="523220"/>
              </a:xfrm>
              <a:prstGeom prst="rect">
                <a:avLst/>
              </a:prstGeom>
              <a:blipFill>
                <a:blip r:embed="rId2"/>
                <a:stretch>
                  <a:fillRect t="-11905" r="-6818" b="-3095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912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A2E9-C7F4-7123-DA71-A37F240F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91A7BDFF-BD3C-1876-7555-9126C45134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713786"/>
              </p:ext>
            </p:extLst>
          </p:nvPr>
        </p:nvGraphicFramePr>
        <p:xfrm>
          <a:off x="2032000" y="292556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CF1DC60C-866B-D651-4C3B-34BE644F43D0}"/>
              </a:ext>
            </a:extLst>
          </p:cNvPr>
          <p:cNvSpPr/>
          <p:nvPr/>
        </p:nvSpPr>
        <p:spPr>
          <a:xfrm>
            <a:off x="5206125" y="1040524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343EC55D-18B8-4FA0-C43A-D2A0D4CF905F}"/>
              </a:ext>
            </a:extLst>
          </p:cNvPr>
          <p:cNvSpPr/>
          <p:nvPr/>
        </p:nvSpPr>
        <p:spPr>
          <a:xfrm>
            <a:off x="3090041" y="1797269"/>
            <a:ext cx="4207642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ABE632BC-358C-93BF-EF02-79C02F72052A}"/>
                  </a:ext>
                </a:extLst>
              </p:cNvPr>
              <p:cNvSpPr txBox="1"/>
              <p:nvPr/>
            </p:nvSpPr>
            <p:spPr>
              <a:xfrm>
                <a:off x="4827749" y="2615636"/>
                <a:ext cx="12114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ABE632BC-358C-93BF-EF02-79C02F720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2615636"/>
                <a:ext cx="1211421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7469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E5656-DD5F-D58E-536E-70868E551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000B8EEC-D98B-C7A0-5DE7-7AC5FF3B2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4125283"/>
              </p:ext>
            </p:extLst>
          </p:nvPr>
        </p:nvGraphicFramePr>
        <p:xfrm>
          <a:off x="2578538" y="1119352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918D2199-DAFB-74F1-C9E6-2957E3E1E3FA}"/>
              </a:ext>
            </a:extLst>
          </p:cNvPr>
          <p:cNvSpPr/>
          <p:nvPr/>
        </p:nvSpPr>
        <p:spPr>
          <a:xfrm>
            <a:off x="3923862" y="2596055"/>
            <a:ext cx="5398816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36633BBE-959C-FF7A-CC9E-AB73FCC49F41}"/>
              </a:ext>
            </a:extLst>
          </p:cNvPr>
          <p:cNvSpPr/>
          <p:nvPr/>
        </p:nvSpPr>
        <p:spPr>
          <a:xfrm>
            <a:off x="6653048" y="1873077"/>
            <a:ext cx="1303283" cy="1492469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0E46F765-E484-6CD8-FD39-514389920524}"/>
                  </a:ext>
                </a:extLst>
              </p:cNvPr>
              <p:cNvSpPr txBox="1"/>
              <p:nvPr/>
            </p:nvSpPr>
            <p:spPr>
              <a:xfrm>
                <a:off x="5738160" y="4915822"/>
                <a:ext cx="222778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acc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0E46F765-E484-6CD8-FD39-5143899205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8160" y="4915822"/>
                <a:ext cx="2227789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698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988C721C-41C5-C9C9-53AA-5A6901BE44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5716488"/>
                  </p:ext>
                </p:extLst>
              </p:nvPr>
            </p:nvGraphicFramePr>
            <p:xfrm>
              <a:off x="2000470" y="292556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988C721C-41C5-C9C9-53AA-5A6901BE44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5716488"/>
                  </p:ext>
                </p:extLst>
              </p:nvPr>
            </p:nvGraphicFramePr>
            <p:xfrm>
              <a:off x="2000470" y="292556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B5CD3487-DF3B-51DA-F184-96AB680D430B}"/>
              </a:ext>
            </a:extLst>
          </p:cNvPr>
          <p:cNvCxnSpPr/>
          <p:nvPr/>
        </p:nvCxnSpPr>
        <p:spPr>
          <a:xfrm flipV="1">
            <a:off x="5896303" y="1334814"/>
            <a:ext cx="882869" cy="136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DCE35A74-6D69-6148-531C-06595C50AAAA}"/>
              </a:ext>
            </a:extLst>
          </p:cNvPr>
          <p:cNvCxnSpPr>
            <a:cxnSpLocks/>
          </p:cNvCxnSpPr>
          <p:nvPr/>
        </p:nvCxnSpPr>
        <p:spPr>
          <a:xfrm>
            <a:off x="5896303" y="1487214"/>
            <a:ext cx="882869" cy="1418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28696C6-7F1E-971C-29DC-8F99BCD940D9}"/>
              </a:ext>
            </a:extLst>
          </p:cNvPr>
          <p:cNvCxnSpPr>
            <a:cxnSpLocks/>
          </p:cNvCxnSpPr>
          <p:nvPr/>
        </p:nvCxnSpPr>
        <p:spPr>
          <a:xfrm flipV="1">
            <a:off x="5896303" y="1334814"/>
            <a:ext cx="882869" cy="1061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B7E57508-2797-70E4-EDF7-CD0C720ED977}"/>
              </a:ext>
            </a:extLst>
          </p:cNvPr>
          <p:cNvCxnSpPr>
            <a:cxnSpLocks/>
          </p:cNvCxnSpPr>
          <p:nvPr/>
        </p:nvCxnSpPr>
        <p:spPr>
          <a:xfrm flipV="1">
            <a:off x="5896303" y="1623848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A46C8F57-E4DB-1019-B242-77C5648DCA20}"/>
              </a:ext>
            </a:extLst>
          </p:cNvPr>
          <p:cNvCxnSpPr>
            <a:cxnSpLocks/>
          </p:cNvCxnSpPr>
          <p:nvPr/>
        </p:nvCxnSpPr>
        <p:spPr>
          <a:xfrm>
            <a:off x="5896303" y="2690648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E45DB2BB-9194-1DCF-9FAC-59BCB38BB4D9}"/>
              </a:ext>
            </a:extLst>
          </p:cNvPr>
          <p:cNvCxnSpPr>
            <a:cxnSpLocks/>
          </p:cNvCxnSpPr>
          <p:nvPr/>
        </p:nvCxnSpPr>
        <p:spPr>
          <a:xfrm flipV="1">
            <a:off x="5896303" y="2690648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23FAF0E1-D873-A6BD-F5AB-9556C336016B}"/>
              </a:ext>
            </a:extLst>
          </p:cNvPr>
          <p:cNvCxnSpPr>
            <a:cxnSpLocks/>
          </p:cNvCxnSpPr>
          <p:nvPr/>
        </p:nvCxnSpPr>
        <p:spPr>
          <a:xfrm>
            <a:off x="5896303" y="2396359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4B31EA48-D016-7AEA-A5B4-A52C63191CF7}"/>
              </a:ext>
            </a:extLst>
          </p:cNvPr>
          <p:cNvCxnSpPr>
            <a:cxnSpLocks/>
          </p:cNvCxnSpPr>
          <p:nvPr/>
        </p:nvCxnSpPr>
        <p:spPr>
          <a:xfrm flipV="1">
            <a:off x="5896303" y="2412125"/>
            <a:ext cx="882869" cy="1481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B76C7B41-6474-59FA-9AEC-407403787909}"/>
              </a:ext>
            </a:extLst>
          </p:cNvPr>
          <p:cNvCxnSpPr>
            <a:cxnSpLocks/>
          </p:cNvCxnSpPr>
          <p:nvPr/>
        </p:nvCxnSpPr>
        <p:spPr>
          <a:xfrm flipV="1">
            <a:off x="5896303" y="2963917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68F75D9-BF68-5584-47A5-83E805686BED}"/>
              </a:ext>
            </a:extLst>
          </p:cNvPr>
          <p:cNvCxnSpPr>
            <a:cxnSpLocks/>
          </p:cNvCxnSpPr>
          <p:nvPr/>
        </p:nvCxnSpPr>
        <p:spPr>
          <a:xfrm flipV="1">
            <a:off x="5896303" y="2963917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EEBD078E-C2E8-3DBE-A71A-7DC99D020580}"/>
              </a:ext>
            </a:extLst>
          </p:cNvPr>
          <p:cNvCxnSpPr>
            <a:cxnSpLocks/>
          </p:cNvCxnSpPr>
          <p:nvPr/>
        </p:nvCxnSpPr>
        <p:spPr>
          <a:xfrm>
            <a:off x="7378262" y="1361089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0BD9B06-5C49-4ED6-34E3-1097B2F3C721}"/>
              </a:ext>
            </a:extLst>
          </p:cNvPr>
          <p:cNvCxnSpPr>
            <a:cxnSpLocks/>
          </p:cNvCxnSpPr>
          <p:nvPr/>
        </p:nvCxnSpPr>
        <p:spPr>
          <a:xfrm flipV="1">
            <a:off x="7378262" y="1361089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1CFD247C-BD21-9660-C7EE-02177FDB0046}"/>
              </a:ext>
            </a:extLst>
          </p:cNvPr>
          <p:cNvCxnSpPr>
            <a:cxnSpLocks/>
          </p:cNvCxnSpPr>
          <p:nvPr/>
        </p:nvCxnSpPr>
        <p:spPr>
          <a:xfrm>
            <a:off x="7378262" y="1623848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FF40FE4-8918-1F06-2A5E-88AC70BED4A3}"/>
              </a:ext>
            </a:extLst>
          </p:cNvPr>
          <p:cNvCxnSpPr>
            <a:cxnSpLocks/>
          </p:cNvCxnSpPr>
          <p:nvPr/>
        </p:nvCxnSpPr>
        <p:spPr>
          <a:xfrm flipV="1">
            <a:off x="7378262" y="1623848"/>
            <a:ext cx="882869" cy="7725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 52">
                <a:extLst>
                  <a:ext uri="{FF2B5EF4-FFF2-40B4-BE49-F238E27FC236}">
                    <a16:creationId xmlns:a16="http://schemas.microsoft.com/office/drawing/2014/main" id="{54F7D446-1597-5A90-AE5C-631BBE06B4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841887"/>
                  </p:ext>
                </p:extLst>
              </p:nvPr>
            </p:nvGraphicFramePr>
            <p:xfrm>
              <a:off x="2088055" y="4770508"/>
              <a:ext cx="7238124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206354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 52">
                <a:extLst>
                  <a:ext uri="{FF2B5EF4-FFF2-40B4-BE49-F238E27FC236}">
                    <a16:creationId xmlns:a16="http://schemas.microsoft.com/office/drawing/2014/main" id="{54F7D446-1597-5A90-AE5C-631BBE06B4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841887"/>
                  </p:ext>
                </p:extLst>
              </p:nvPr>
            </p:nvGraphicFramePr>
            <p:xfrm>
              <a:off x="2088055" y="4770508"/>
              <a:ext cx="7238124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206354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2105" t="-81579" r="-40315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000" t="-81579" r="-29895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3158" t="-81579" r="-202105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158" t="-81579" r="-102105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3158" t="-81579" r="-2105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105" t="-186486" r="-503158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105" t="-278947" r="-503158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66359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A2228F4-7960-7EB3-5755-43E767661AF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3894732"/>
                  </p:ext>
                </p:extLst>
              </p:nvPr>
            </p:nvGraphicFramePr>
            <p:xfrm>
              <a:off x="2000470" y="292556"/>
              <a:ext cx="7238125" cy="53726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4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21878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A2228F4-7960-7EB3-5755-43E767661AF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3894732"/>
                  </p:ext>
                </p:extLst>
              </p:nvPr>
            </p:nvGraphicFramePr>
            <p:xfrm>
              <a:off x="2000470" y="292556"/>
              <a:ext cx="7238125" cy="53726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2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4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3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2187857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A83BC3AF-CA32-5344-803E-45133921434C}"/>
              </a:ext>
            </a:extLst>
          </p:cNvPr>
          <p:cNvCxnSpPr>
            <a:cxnSpLocks/>
          </p:cNvCxnSpPr>
          <p:nvPr/>
        </p:nvCxnSpPr>
        <p:spPr>
          <a:xfrm>
            <a:off x="7420304" y="2264979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35CE8F7A-6AE8-8FD4-01F7-5D90ECDBA0DB}"/>
              </a:ext>
            </a:extLst>
          </p:cNvPr>
          <p:cNvCxnSpPr>
            <a:cxnSpLocks/>
          </p:cNvCxnSpPr>
          <p:nvPr/>
        </p:nvCxnSpPr>
        <p:spPr>
          <a:xfrm flipV="1">
            <a:off x="7420304" y="2811517"/>
            <a:ext cx="777765" cy="1350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9109BD7-9FD1-FD99-F635-D66E81C077B9}"/>
              </a:ext>
            </a:extLst>
          </p:cNvPr>
          <p:cNvCxnSpPr>
            <a:cxnSpLocks/>
          </p:cNvCxnSpPr>
          <p:nvPr/>
        </p:nvCxnSpPr>
        <p:spPr>
          <a:xfrm flipV="1">
            <a:off x="7420304" y="2264979"/>
            <a:ext cx="777765" cy="15292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1FFAED87-9752-0585-B136-2BD707C489A0}"/>
              </a:ext>
            </a:extLst>
          </p:cNvPr>
          <p:cNvCxnSpPr>
            <a:cxnSpLocks/>
          </p:cNvCxnSpPr>
          <p:nvPr/>
        </p:nvCxnSpPr>
        <p:spPr>
          <a:xfrm flipV="1">
            <a:off x="7420304" y="2527738"/>
            <a:ext cx="777765" cy="10326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FD2AB2CB-9AF8-8C11-33B3-B761C4F4FCBB}"/>
              </a:ext>
            </a:extLst>
          </p:cNvPr>
          <p:cNvCxnSpPr>
            <a:cxnSpLocks/>
          </p:cNvCxnSpPr>
          <p:nvPr/>
        </p:nvCxnSpPr>
        <p:spPr>
          <a:xfrm>
            <a:off x="7420304" y="2527738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5635E173-F64E-ED6A-75E7-FD01C789238E}"/>
              </a:ext>
            </a:extLst>
          </p:cNvPr>
          <p:cNvCxnSpPr>
            <a:cxnSpLocks/>
          </p:cNvCxnSpPr>
          <p:nvPr/>
        </p:nvCxnSpPr>
        <p:spPr>
          <a:xfrm>
            <a:off x="7420304" y="2811517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C59766A2-B209-CDCF-3DCF-015F3ECC8C6D}"/>
              </a:ext>
            </a:extLst>
          </p:cNvPr>
          <p:cNvCxnSpPr>
            <a:cxnSpLocks/>
          </p:cNvCxnSpPr>
          <p:nvPr/>
        </p:nvCxnSpPr>
        <p:spPr>
          <a:xfrm>
            <a:off x="7420304" y="3084786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0A372D97-110E-86A5-704C-55D4D9AD6251}"/>
              </a:ext>
            </a:extLst>
          </p:cNvPr>
          <p:cNvCxnSpPr>
            <a:cxnSpLocks/>
          </p:cNvCxnSpPr>
          <p:nvPr/>
        </p:nvCxnSpPr>
        <p:spPr>
          <a:xfrm flipV="1">
            <a:off x="7420304" y="3118946"/>
            <a:ext cx="777765" cy="441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DB570B22-7C4F-2AC1-746C-FDA554F054D4}"/>
              </a:ext>
            </a:extLst>
          </p:cNvPr>
          <p:cNvCxnSpPr>
            <a:cxnSpLocks/>
          </p:cNvCxnSpPr>
          <p:nvPr/>
        </p:nvCxnSpPr>
        <p:spPr>
          <a:xfrm>
            <a:off x="5964621" y="2527738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51120729-5785-5341-8C17-8ED935572D63}"/>
              </a:ext>
            </a:extLst>
          </p:cNvPr>
          <p:cNvCxnSpPr>
            <a:cxnSpLocks/>
          </p:cNvCxnSpPr>
          <p:nvPr/>
        </p:nvCxnSpPr>
        <p:spPr>
          <a:xfrm flipV="1">
            <a:off x="5964621" y="2264979"/>
            <a:ext cx="777765" cy="2627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C10B4248-C965-C4E1-8C96-347250F9A4B4}"/>
              </a:ext>
            </a:extLst>
          </p:cNvPr>
          <p:cNvCxnSpPr>
            <a:cxnSpLocks/>
          </p:cNvCxnSpPr>
          <p:nvPr/>
        </p:nvCxnSpPr>
        <p:spPr>
          <a:xfrm>
            <a:off x="5964621" y="2811517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31070C0B-F3C4-A059-3377-1BB75A8EF63F}"/>
              </a:ext>
            </a:extLst>
          </p:cNvPr>
          <p:cNvCxnSpPr>
            <a:cxnSpLocks/>
          </p:cNvCxnSpPr>
          <p:nvPr/>
        </p:nvCxnSpPr>
        <p:spPr>
          <a:xfrm>
            <a:off x="5964621" y="2811517"/>
            <a:ext cx="777765" cy="278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EC410DD-338E-DCDF-D8B0-94CAFB463F86}"/>
              </a:ext>
            </a:extLst>
          </p:cNvPr>
          <p:cNvCxnSpPr>
            <a:cxnSpLocks/>
          </p:cNvCxnSpPr>
          <p:nvPr/>
        </p:nvCxnSpPr>
        <p:spPr>
          <a:xfrm>
            <a:off x="5964621" y="3578771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C0703A5-893C-A544-42D6-B3EC7E768F25}"/>
              </a:ext>
            </a:extLst>
          </p:cNvPr>
          <p:cNvCxnSpPr>
            <a:cxnSpLocks/>
          </p:cNvCxnSpPr>
          <p:nvPr/>
        </p:nvCxnSpPr>
        <p:spPr>
          <a:xfrm>
            <a:off x="5964621" y="3852040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DC75518D-67C3-C608-5757-30CAE2F26197}"/>
              </a:ext>
            </a:extLst>
          </p:cNvPr>
          <p:cNvCxnSpPr>
            <a:cxnSpLocks/>
          </p:cNvCxnSpPr>
          <p:nvPr/>
        </p:nvCxnSpPr>
        <p:spPr>
          <a:xfrm>
            <a:off x="5964621" y="4146330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5246B7F3-605F-3C8E-FFDF-9AC7C5368ABD}"/>
              </a:ext>
            </a:extLst>
          </p:cNvPr>
          <p:cNvCxnSpPr>
            <a:cxnSpLocks/>
          </p:cNvCxnSpPr>
          <p:nvPr/>
        </p:nvCxnSpPr>
        <p:spPr>
          <a:xfrm flipV="1">
            <a:off x="5964621" y="3084786"/>
            <a:ext cx="777765" cy="1077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D119E42D-7E8F-5473-EB9D-260D23CC9EDA}"/>
              </a:ext>
            </a:extLst>
          </p:cNvPr>
          <p:cNvCxnSpPr>
            <a:cxnSpLocks/>
          </p:cNvCxnSpPr>
          <p:nvPr/>
        </p:nvCxnSpPr>
        <p:spPr>
          <a:xfrm flipV="1">
            <a:off x="5964621" y="2811516"/>
            <a:ext cx="727842" cy="767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9AD83042-D70D-BA47-95CD-4A6A90228E27}"/>
              </a:ext>
            </a:extLst>
          </p:cNvPr>
          <p:cNvCxnSpPr>
            <a:cxnSpLocks/>
          </p:cNvCxnSpPr>
          <p:nvPr/>
        </p:nvCxnSpPr>
        <p:spPr>
          <a:xfrm flipV="1">
            <a:off x="5964621" y="2538248"/>
            <a:ext cx="752803" cy="1313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EBA3529D-BA48-4F33-B6FA-68E9BFA3E47B}"/>
              </a:ext>
            </a:extLst>
          </p:cNvPr>
          <p:cNvCxnSpPr>
            <a:cxnSpLocks/>
          </p:cNvCxnSpPr>
          <p:nvPr/>
        </p:nvCxnSpPr>
        <p:spPr>
          <a:xfrm flipV="1">
            <a:off x="5964621" y="2291257"/>
            <a:ext cx="752803" cy="12875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586E780-160C-5B64-E294-3CE96ADBA033}"/>
              </a:ext>
            </a:extLst>
          </p:cNvPr>
          <p:cNvCxnSpPr>
            <a:cxnSpLocks/>
          </p:cNvCxnSpPr>
          <p:nvPr/>
        </p:nvCxnSpPr>
        <p:spPr>
          <a:xfrm flipV="1">
            <a:off x="5964621" y="4146328"/>
            <a:ext cx="777765" cy="9406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>
            <a:extLst>
              <a:ext uri="{FF2B5EF4-FFF2-40B4-BE49-F238E27FC236}">
                <a16:creationId xmlns:a16="http://schemas.microsoft.com/office/drawing/2014/main" id="{680CC6E1-9390-2970-D244-198DC10FCAF6}"/>
              </a:ext>
            </a:extLst>
          </p:cNvPr>
          <p:cNvCxnSpPr>
            <a:cxnSpLocks/>
          </p:cNvCxnSpPr>
          <p:nvPr/>
        </p:nvCxnSpPr>
        <p:spPr>
          <a:xfrm flipV="1">
            <a:off x="5964621" y="3852039"/>
            <a:ext cx="752803" cy="1234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A2084DC2-69D0-7A40-3FCE-34C2FFADED2B}"/>
              </a:ext>
            </a:extLst>
          </p:cNvPr>
          <p:cNvCxnSpPr>
            <a:cxnSpLocks/>
          </p:cNvCxnSpPr>
          <p:nvPr/>
        </p:nvCxnSpPr>
        <p:spPr>
          <a:xfrm flipV="1">
            <a:off x="5964621" y="3578771"/>
            <a:ext cx="752803" cy="1508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1650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D1A731DC-FC7B-2403-A5E2-74D4954341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5415883"/>
                  </p:ext>
                </p:extLst>
              </p:nvPr>
            </p:nvGraphicFramePr>
            <p:xfrm>
              <a:off x="945932" y="1039335"/>
              <a:ext cx="10447283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9246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D1A731DC-FC7B-2403-A5E2-74D4954341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5415883"/>
                  </p:ext>
                </p:extLst>
              </p:nvPr>
            </p:nvGraphicFramePr>
            <p:xfrm>
              <a:off x="945932" y="1039335"/>
              <a:ext cx="10447283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9246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2564" t="-81579" r="-505128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847" t="-81579" r="-4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00847" t="-81579" r="-3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00847" t="-81579" r="-2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05128" t="-81579" r="-102564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00000" t="-81579" r="-1695" b="-2105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695" t="-181579" r="-600000" b="-1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695" t="-281579" r="-60000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81571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EE649-03BF-A4B8-00A2-53C013F8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8AD7058C-A3D2-131E-E200-FC8B3F4F9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560003"/>
              </p:ext>
            </p:extLst>
          </p:nvPr>
        </p:nvGraphicFramePr>
        <p:xfrm>
          <a:off x="-269766" y="167233"/>
          <a:ext cx="4200635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40127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0BC46520-9A83-6EBD-0147-546B4B62F8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6801424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0BC46520-9A83-6EBD-0147-546B4B62F8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6801424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A21DFDD3-293F-FDB9-5A5F-545F6BF97622}"/>
              </a:ext>
            </a:extLst>
          </p:cNvPr>
          <p:cNvCxnSpPr>
            <a:cxnSpLocks/>
          </p:cNvCxnSpPr>
          <p:nvPr/>
        </p:nvCxnSpPr>
        <p:spPr>
          <a:xfrm flipV="1">
            <a:off x="8145517" y="1271752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AB275547-0A22-668A-333E-C56ACF511A62}"/>
              </a:ext>
            </a:extLst>
          </p:cNvPr>
          <p:cNvCxnSpPr>
            <a:cxnSpLocks/>
          </p:cNvCxnSpPr>
          <p:nvPr/>
        </p:nvCxnSpPr>
        <p:spPr>
          <a:xfrm>
            <a:off x="8145517" y="1594305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0120846-AFA9-A2F3-66D2-A4B9DE8A1647}"/>
              </a:ext>
            </a:extLst>
          </p:cNvPr>
          <p:cNvCxnSpPr>
            <a:cxnSpLocks/>
          </p:cNvCxnSpPr>
          <p:nvPr/>
        </p:nvCxnSpPr>
        <p:spPr>
          <a:xfrm flipV="1">
            <a:off x="8145517" y="1271752"/>
            <a:ext cx="882869" cy="13578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0B7EEFF9-D049-4144-7F6B-0661F5DB38E7}"/>
              </a:ext>
            </a:extLst>
          </p:cNvPr>
          <p:cNvCxnSpPr>
            <a:cxnSpLocks/>
          </p:cNvCxnSpPr>
          <p:nvPr/>
        </p:nvCxnSpPr>
        <p:spPr>
          <a:xfrm flipV="1">
            <a:off x="8145517" y="1594305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47325CDB-2B00-F70E-07A8-7454A4159432}"/>
              </a:ext>
            </a:extLst>
          </p:cNvPr>
          <p:cNvCxnSpPr>
            <a:cxnSpLocks/>
          </p:cNvCxnSpPr>
          <p:nvPr/>
        </p:nvCxnSpPr>
        <p:spPr>
          <a:xfrm>
            <a:off x="8145517" y="29238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D396AFFC-F24B-887E-AC3A-DF0D7D90F8EC}"/>
              </a:ext>
            </a:extLst>
          </p:cNvPr>
          <p:cNvCxnSpPr>
            <a:cxnSpLocks/>
          </p:cNvCxnSpPr>
          <p:nvPr/>
        </p:nvCxnSpPr>
        <p:spPr>
          <a:xfrm flipV="1">
            <a:off x="8145517" y="2923864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1032D3C5-121A-E3A2-479E-B48913607723}"/>
              </a:ext>
            </a:extLst>
          </p:cNvPr>
          <p:cNvCxnSpPr>
            <a:cxnSpLocks/>
          </p:cNvCxnSpPr>
          <p:nvPr/>
        </p:nvCxnSpPr>
        <p:spPr>
          <a:xfrm>
            <a:off x="8145517" y="2629575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244A124A-DF7F-0073-3CB7-3E9C9ECF5E15}"/>
              </a:ext>
            </a:extLst>
          </p:cNvPr>
          <p:cNvCxnSpPr>
            <a:cxnSpLocks/>
          </p:cNvCxnSpPr>
          <p:nvPr/>
        </p:nvCxnSpPr>
        <p:spPr>
          <a:xfrm flipV="1">
            <a:off x="8145517" y="2645341"/>
            <a:ext cx="882869" cy="1481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F0B1C31-0F7B-9971-D9F3-84C25A841E1B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CAA37635-DC69-D75F-8FF5-175AE342DA24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D228A289-CAA6-B001-51A9-D7BDBA856540}"/>
              </a:ext>
            </a:extLst>
          </p:cNvPr>
          <p:cNvCxnSpPr>
            <a:cxnSpLocks/>
          </p:cNvCxnSpPr>
          <p:nvPr/>
        </p:nvCxnSpPr>
        <p:spPr>
          <a:xfrm>
            <a:off x="9627476" y="1303283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D6F3CC0D-21FE-432F-0E0F-C89201AD0094}"/>
              </a:ext>
            </a:extLst>
          </p:cNvPr>
          <p:cNvCxnSpPr>
            <a:cxnSpLocks/>
          </p:cNvCxnSpPr>
          <p:nvPr/>
        </p:nvCxnSpPr>
        <p:spPr>
          <a:xfrm flipV="1">
            <a:off x="9627476" y="1303283"/>
            <a:ext cx="882869" cy="189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7736AA58-5AE2-4D8A-8853-05A5D96A9C52}"/>
              </a:ext>
            </a:extLst>
          </p:cNvPr>
          <p:cNvCxnSpPr>
            <a:cxnSpLocks/>
          </p:cNvCxnSpPr>
          <p:nvPr/>
        </p:nvCxnSpPr>
        <p:spPr>
          <a:xfrm flipV="1">
            <a:off x="9627476" y="1594305"/>
            <a:ext cx="882869" cy="1035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9A0476-E9DD-9224-558A-1C1F4FA8D6DE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956797D5-4870-D09C-E32B-5CFD020EA0A9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CFEEEA2-C5D2-4B21-7BBA-EE0B6FA709A4}"/>
              </a:ext>
            </a:extLst>
          </p:cNvPr>
          <p:cNvCxnSpPr>
            <a:cxnSpLocks/>
          </p:cNvCxnSpPr>
          <p:nvPr/>
        </p:nvCxnSpPr>
        <p:spPr>
          <a:xfrm flipV="1">
            <a:off x="8145517" y="1857064"/>
            <a:ext cx="882869" cy="1066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E98EA4C-2DF1-088F-48D2-A5092CA4DA14}"/>
              </a:ext>
            </a:extLst>
          </p:cNvPr>
          <p:cNvCxnSpPr>
            <a:cxnSpLocks/>
          </p:cNvCxnSpPr>
          <p:nvPr/>
        </p:nvCxnSpPr>
        <p:spPr>
          <a:xfrm flipV="1">
            <a:off x="8145517" y="2130331"/>
            <a:ext cx="882869" cy="10668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1D563583-FB99-C5DA-E57A-B14E4A7B6652}"/>
              </a:ext>
            </a:extLst>
          </p:cNvPr>
          <p:cNvCxnSpPr>
            <a:cxnSpLocks/>
          </p:cNvCxnSpPr>
          <p:nvPr/>
        </p:nvCxnSpPr>
        <p:spPr>
          <a:xfrm flipV="1">
            <a:off x="9627476" y="1857064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D34E5C4-98AD-0D4A-6C02-4DF28BC00690}"/>
              </a:ext>
            </a:extLst>
          </p:cNvPr>
          <p:cNvCxnSpPr>
            <a:cxnSpLocks/>
          </p:cNvCxnSpPr>
          <p:nvPr/>
        </p:nvCxnSpPr>
        <p:spPr>
          <a:xfrm>
            <a:off x="9627476" y="156803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F1880C4-306F-7CAC-00AF-9F7A566FE2E4}"/>
              </a:ext>
            </a:extLst>
          </p:cNvPr>
          <p:cNvCxnSpPr>
            <a:cxnSpLocks/>
          </p:cNvCxnSpPr>
          <p:nvPr/>
        </p:nvCxnSpPr>
        <p:spPr>
          <a:xfrm>
            <a:off x="9627476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9CEB7E63-B3B1-D45C-502F-676C0326A153}"/>
              </a:ext>
            </a:extLst>
          </p:cNvPr>
          <p:cNvCxnSpPr>
            <a:cxnSpLocks/>
          </p:cNvCxnSpPr>
          <p:nvPr/>
        </p:nvCxnSpPr>
        <p:spPr>
          <a:xfrm>
            <a:off x="9627476" y="211194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7575B6CE-4475-F00F-960C-7F6C54A279A8}"/>
              </a:ext>
            </a:extLst>
          </p:cNvPr>
          <p:cNvCxnSpPr>
            <a:cxnSpLocks/>
          </p:cNvCxnSpPr>
          <p:nvPr/>
        </p:nvCxnSpPr>
        <p:spPr>
          <a:xfrm flipV="1">
            <a:off x="9627476" y="2119824"/>
            <a:ext cx="882869" cy="804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8EBD2694-E0EE-669F-E5B0-66E6364796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0011954"/>
                  </p:ext>
                </p:extLst>
              </p:nvPr>
            </p:nvGraphicFramePr>
            <p:xfrm>
              <a:off x="907393" y="4895831"/>
              <a:ext cx="7238126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8EBD2694-E0EE-669F-E5B0-66E6364796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0011954"/>
                  </p:ext>
                </p:extLst>
              </p:nvPr>
            </p:nvGraphicFramePr>
            <p:xfrm>
              <a:off x="907393" y="4895831"/>
              <a:ext cx="7238126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3704" t="-81579" r="-506173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220" t="-81579" r="-40000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4938" t="-81579" r="-30493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81579" r="-20122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6173" t="-81579" r="-103704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98780" t="-81579" r="-2439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186486" r="-598780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278947" r="-59878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83295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7DF5D-A800-DC9A-4621-F2167EDEC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7436A42-4D00-7AB9-778F-1D1DA4A09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554443"/>
              </p:ext>
            </p:extLst>
          </p:nvPr>
        </p:nvGraphicFramePr>
        <p:xfrm>
          <a:off x="-269766" y="167233"/>
          <a:ext cx="4200635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40127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BC</a:t>
                      </a:r>
                    </a:p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ACF95DF5-7211-4213-9ABB-5A64E9E1F6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9583909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ACF95DF5-7211-4213-9ABB-5A64E9E1F6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9583909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B569A6F-30D8-1417-A7FF-A4D42D53AED5}"/>
              </a:ext>
            </a:extLst>
          </p:cNvPr>
          <p:cNvCxnSpPr>
            <a:cxnSpLocks/>
          </p:cNvCxnSpPr>
          <p:nvPr/>
        </p:nvCxnSpPr>
        <p:spPr>
          <a:xfrm>
            <a:off x="8145517" y="1594305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4CC05AD4-9709-CB08-2906-72B6F5CCE821}"/>
              </a:ext>
            </a:extLst>
          </p:cNvPr>
          <p:cNvCxnSpPr>
            <a:cxnSpLocks/>
          </p:cNvCxnSpPr>
          <p:nvPr/>
        </p:nvCxnSpPr>
        <p:spPr>
          <a:xfrm flipV="1">
            <a:off x="8145517" y="1594305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59195B89-8B5C-856F-CC02-F7101A39F095}"/>
              </a:ext>
            </a:extLst>
          </p:cNvPr>
          <p:cNvCxnSpPr>
            <a:cxnSpLocks/>
          </p:cNvCxnSpPr>
          <p:nvPr/>
        </p:nvCxnSpPr>
        <p:spPr>
          <a:xfrm>
            <a:off x="8145517" y="29238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BC4B276-6CBB-3263-1DB9-9D86E8978FB9}"/>
              </a:ext>
            </a:extLst>
          </p:cNvPr>
          <p:cNvCxnSpPr>
            <a:cxnSpLocks/>
          </p:cNvCxnSpPr>
          <p:nvPr/>
        </p:nvCxnSpPr>
        <p:spPr>
          <a:xfrm flipV="1">
            <a:off x="8145517" y="2923864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752FE80C-4624-F31C-AB93-CA5BB2444400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570B9BB2-31E6-07FC-457B-E079F4282176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D4DF978E-2EA9-4E9E-6D18-98181BACFCE0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8665CF09-7BEB-808C-5ECD-967A83CEAB81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C77D293-87B0-CDCC-26BA-939CCD99F5A2}"/>
              </a:ext>
            </a:extLst>
          </p:cNvPr>
          <p:cNvCxnSpPr>
            <a:cxnSpLocks/>
          </p:cNvCxnSpPr>
          <p:nvPr/>
        </p:nvCxnSpPr>
        <p:spPr>
          <a:xfrm flipV="1">
            <a:off x="8145517" y="1857064"/>
            <a:ext cx="882869" cy="1066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047D9344-43C6-C4EE-BA74-FD6693F600BC}"/>
              </a:ext>
            </a:extLst>
          </p:cNvPr>
          <p:cNvCxnSpPr>
            <a:cxnSpLocks/>
          </p:cNvCxnSpPr>
          <p:nvPr/>
        </p:nvCxnSpPr>
        <p:spPr>
          <a:xfrm flipV="1">
            <a:off x="8145517" y="2130331"/>
            <a:ext cx="882869" cy="10668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D4DFF715-6728-BA32-EA88-E4A515C7B1BF}"/>
              </a:ext>
            </a:extLst>
          </p:cNvPr>
          <p:cNvCxnSpPr>
            <a:cxnSpLocks/>
          </p:cNvCxnSpPr>
          <p:nvPr/>
        </p:nvCxnSpPr>
        <p:spPr>
          <a:xfrm flipV="1">
            <a:off x="9627476" y="1857064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2F51613E-C2FF-1888-9696-50DAB4B94973}"/>
              </a:ext>
            </a:extLst>
          </p:cNvPr>
          <p:cNvCxnSpPr>
            <a:cxnSpLocks/>
          </p:cNvCxnSpPr>
          <p:nvPr/>
        </p:nvCxnSpPr>
        <p:spPr>
          <a:xfrm>
            <a:off x="9627476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908C5D7D-0321-3C95-6F32-CDE34FBBE03A}"/>
              </a:ext>
            </a:extLst>
          </p:cNvPr>
          <p:cNvCxnSpPr>
            <a:cxnSpLocks/>
          </p:cNvCxnSpPr>
          <p:nvPr/>
        </p:nvCxnSpPr>
        <p:spPr>
          <a:xfrm>
            <a:off x="9627476" y="211194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2C647DAB-43E6-6409-B06D-18B14E9E690C}"/>
              </a:ext>
            </a:extLst>
          </p:cNvPr>
          <p:cNvCxnSpPr>
            <a:cxnSpLocks/>
          </p:cNvCxnSpPr>
          <p:nvPr/>
        </p:nvCxnSpPr>
        <p:spPr>
          <a:xfrm flipV="1">
            <a:off x="9627476" y="2119824"/>
            <a:ext cx="882869" cy="804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10F7625E-5882-23D3-1565-61EF6994D2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8587186"/>
                  </p:ext>
                </p:extLst>
              </p:nvPr>
            </p:nvGraphicFramePr>
            <p:xfrm>
              <a:off x="907393" y="4895831"/>
              <a:ext cx="6204108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10F7625E-5882-23D3-1565-61EF6994D2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8587186"/>
                  </p:ext>
                </p:extLst>
              </p:nvPr>
            </p:nvGraphicFramePr>
            <p:xfrm>
              <a:off x="907393" y="4895831"/>
              <a:ext cx="6204108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3704" t="-81579" r="-406173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220" t="-81579" r="-30122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4938" t="-81579" r="-20493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81579" r="-102439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6173" t="-81579" r="-3704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186486" r="-500000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278947" r="-50000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320220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85493-D86D-C2AF-F6B4-24759FDE3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7AB3E9F5-18E0-2F88-15DF-E3374D404C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73550452"/>
                  </p:ext>
                </p:extLst>
              </p:nvPr>
            </p:nvGraphicFramePr>
            <p:xfrm>
              <a:off x="872358" y="443912"/>
              <a:ext cx="10447284" cy="27477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 grid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現在の状態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入力</a:t>
                          </a:r>
                          <a:r>
                            <a:rPr kumimoji="1" lang="en-US" altLang="ja-JP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𝐈𝐧𝐩𝐮𝐭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oMath>
                          </a14:m>
                          <a:endParaRPr kumimoji="1" lang="ja-JP" altLang="en-US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入力</a:t>
                          </a:r>
                          <a:r>
                            <a:rPr kumimoji="1" lang="en-US" altLang="ja-JP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𝐈𝐧𝐩𝐮𝐭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oMath>
                          </a14:m>
                          <a:endParaRPr kumimoji="1" lang="ja-JP" altLang="en-US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gridSpan="2"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𝐎𝐮𝐭𝐩𝐮𝐭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𝐎𝐮𝐭𝐩𝐮𝐭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7AB3E9F5-18E0-2F88-15DF-E3374D404C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73550452"/>
                  </p:ext>
                </p:extLst>
              </p:nvPr>
            </p:nvGraphicFramePr>
            <p:xfrm>
              <a:off x="872358" y="443912"/>
              <a:ext cx="10447284" cy="27477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 grid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現在の状態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3428" t="-6897" r="-100567" b="-66206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gridSpan="3"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33428" t="-6897" r="-567" b="-66206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gridSpan="2"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81579" r="-1300000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81579" r="-1200000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55" t="-181579" r="-505128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153" t="-181579" r="-4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153" t="-181579" r="-3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99153" t="-181579" r="-2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3419" t="-181579" r="-102564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8305" t="-181579" r="-1695" b="-3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99A8038F-0CFE-324D-031B-0F3F27C88E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9053406"/>
                  </p:ext>
                </p:extLst>
              </p:nvPr>
            </p:nvGraphicFramePr>
            <p:xfrm>
              <a:off x="872358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99A8038F-0CFE-324D-031B-0F3F27C88E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9053406"/>
                  </p:ext>
                </p:extLst>
              </p:nvPr>
            </p:nvGraphicFramePr>
            <p:xfrm>
              <a:off x="872358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r="-5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4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101695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r="-1695" b="-4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 2">
                <a:extLst>
                  <a:ext uri="{FF2B5EF4-FFF2-40B4-BE49-F238E27FC236}">
                    <a16:creationId xmlns:a16="http://schemas.microsoft.com/office/drawing/2014/main" id="{BEE6E236-E5CE-8507-355D-3BF3BA337F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1530939"/>
                  </p:ext>
                </p:extLst>
              </p:nvPr>
            </p:nvGraphicFramePr>
            <p:xfrm>
              <a:off x="5820042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 2">
                <a:extLst>
                  <a:ext uri="{FF2B5EF4-FFF2-40B4-BE49-F238E27FC236}">
                    <a16:creationId xmlns:a16="http://schemas.microsoft.com/office/drawing/2014/main" id="{BEE6E236-E5CE-8507-355D-3BF3BA337F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1530939"/>
                  </p:ext>
                </p:extLst>
              </p:nvPr>
            </p:nvGraphicFramePr>
            <p:xfrm>
              <a:off x="5820042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95" r="-5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695" r="-4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709" r="-103419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r="-2542" b="-4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 6">
                <a:extLst>
                  <a:ext uri="{FF2B5EF4-FFF2-40B4-BE49-F238E27FC236}">
                    <a16:creationId xmlns:a16="http://schemas.microsoft.com/office/drawing/2014/main" id="{84D307C5-2A43-B412-5757-C66883F29A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03717006"/>
                  </p:ext>
                </p:extLst>
              </p:nvPr>
            </p:nvGraphicFramePr>
            <p:xfrm>
              <a:off x="7216451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 6">
                <a:extLst>
                  <a:ext uri="{FF2B5EF4-FFF2-40B4-BE49-F238E27FC236}">
                    <a16:creationId xmlns:a16="http://schemas.microsoft.com/office/drawing/2014/main" id="{84D307C5-2A43-B412-5757-C66883F29A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03717006"/>
                  </p:ext>
                </p:extLst>
              </p:nvPr>
            </p:nvGraphicFramePr>
            <p:xfrm>
              <a:off x="7216451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695" r="-5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1695" r="-4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1709" r="-103419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000" r="-2542" b="-4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003945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57211-F892-432D-940F-7374B9384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D0281106-64DB-CD94-8C86-0F5FF3DCA7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85233980"/>
                  </p:ext>
                </p:extLst>
              </p:nvPr>
            </p:nvGraphicFramePr>
            <p:xfrm>
              <a:off x="1021214" y="625458"/>
              <a:ext cx="5475278" cy="32004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457761170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𝑹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現在の状態</a:t>
                          </a:r>
                          <a:b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</a:b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  <a:b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</a:b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現在の状態を保持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リセット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セット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不定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使用しない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D0281106-64DB-CD94-8C86-0F5FF3DCA7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85233980"/>
                  </p:ext>
                </p:extLst>
              </p:nvPr>
            </p:nvGraphicFramePr>
            <p:xfrm>
              <a:off x="1021214" y="625458"/>
              <a:ext cx="5475278" cy="32004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457761170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852" t="-3922" r="-703704" b="-4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852" t="-3922" r="-603704" b="-4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926" t="-3922" r="-201852" b="-4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26" t="-3922" r="-101852" b="-4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現在の状態を保持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リセット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セット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不定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使用しない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32398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940F1-71F5-ECB6-A0DF-AA4F7A26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47618588-5763-C3B6-1A22-59BB19F196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4179331"/>
                  </p:ext>
                </p:extLst>
              </p:nvPr>
            </p:nvGraphicFramePr>
            <p:xfrm>
              <a:off x="1021214" y="625458"/>
              <a:ext cx="410645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47618588-5763-C3B6-1A22-59BB19F196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4179331"/>
                  </p:ext>
                </p:extLst>
              </p:nvPr>
            </p:nvGraphicFramePr>
            <p:xfrm>
              <a:off x="1021214" y="625458"/>
              <a:ext cx="410645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852" t="-2632" r="-505556" b="-4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852" t="-2632" r="-405556" b="-4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926" t="-2632" r="-102778" b="-4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26" t="-2632" r="-2778" b="-4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表 2">
                <a:extLst>
                  <a:ext uri="{FF2B5EF4-FFF2-40B4-BE49-F238E27FC236}">
                    <a16:creationId xmlns:a16="http://schemas.microsoft.com/office/drawing/2014/main" id="{CD7CA737-2ECD-E9CC-07F7-0C16E643095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3356472"/>
                  </p:ext>
                </p:extLst>
              </p:nvPr>
            </p:nvGraphicFramePr>
            <p:xfrm>
              <a:off x="1021214" y="3194487"/>
              <a:ext cx="410645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表 2">
                <a:extLst>
                  <a:ext uri="{FF2B5EF4-FFF2-40B4-BE49-F238E27FC236}">
                    <a16:creationId xmlns:a16="http://schemas.microsoft.com/office/drawing/2014/main" id="{CD7CA737-2ECD-E9CC-07F7-0C16E643095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3356472"/>
                  </p:ext>
                </p:extLst>
              </p:nvPr>
            </p:nvGraphicFramePr>
            <p:xfrm>
              <a:off x="1021214" y="3194487"/>
              <a:ext cx="410645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52" t="-2632" r="-505556" b="-4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852" t="-2632" r="-405556" b="-4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926" t="-2632" r="-102778" b="-4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926" t="-2632" r="-2778" b="-4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角丸四角形 3">
            <a:extLst>
              <a:ext uri="{FF2B5EF4-FFF2-40B4-BE49-F238E27FC236}">
                <a16:creationId xmlns:a16="http://schemas.microsoft.com/office/drawing/2014/main" id="{D44B1EE3-A02D-1CC3-20B6-B21E65915ABF}"/>
              </a:ext>
            </a:extLst>
          </p:cNvPr>
          <p:cNvSpPr/>
          <p:nvPr/>
        </p:nvSpPr>
        <p:spPr>
          <a:xfrm>
            <a:off x="2428264" y="4626429"/>
            <a:ext cx="2699408" cy="4526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64734948-9128-6917-A1CF-ED4ED8D985D5}"/>
              </a:ext>
            </a:extLst>
          </p:cNvPr>
          <p:cNvSpPr/>
          <p:nvPr/>
        </p:nvSpPr>
        <p:spPr>
          <a:xfrm>
            <a:off x="3777968" y="3679372"/>
            <a:ext cx="1349704" cy="947057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7C4443B9-60DE-5670-8751-550645B0ED45}"/>
                  </a:ext>
                </a:extLst>
              </p:cNvPr>
              <p:cNvSpPr txBox="1"/>
              <p:nvPr/>
            </p:nvSpPr>
            <p:spPr>
              <a:xfrm>
                <a:off x="1949301" y="5573486"/>
                <a:ext cx="3178371" cy="524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𝑪𝑳𝑲</m:t>
                      </m:r>
                      <m:r>
                        <a:rPr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𝑫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𝑪𝑳𝑲</m:t>
                          </m:r>
                        </m:e>
                      </m:acc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7C4443B9-60DE-5670-8751-550645B0E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9301" y="5573486"/>
                <a:ext cx="3178371" cy="524118"/>
              </a:xfrm>
              <a:prstGeom prst="rect">
                <a:avLst/>
              </a:prstGeom>
              <a:blipFill>
                <a:blip r:embed="rId4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表 8">
                <a:extLst>
                  <a:ext uri="{FF2B5EF4-FFF2-40B4-BE49-F238E27FC236}">
                    <a16:creationId xmlns:a16="http://schemas.microsoft.com/office/drawing/2014/main" id="{8BD6DA2D-01A9-C16E-FD34-CFD12EF941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58519327"/>
                  </p:ext>
                </p:extLst>
              </p:nvPr>
            </p:nvGraphicFramePr>
            <p:xfrm>
              <a:off x="5514114" y="0"/>
              <a:ext cx="6171700" cy="2858352"/>
            </p:xfrm>
            <a:graphic>
              <a:graphicData uri="http://schemas.openxmlformats.org/drawingml/2006/table">
                <a:tbl>
                  <a:tblPr firstCol="1" bandRow="1">
                    <a:tableStyleId>{5C22544A-7EE6-4342-B048-85BDC9FD1C3A}</a:tableStyleId>
                  </a:tblPr>
                  <a:tblGrid>
                    <a:gridCol w="617170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17170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476392">
                    <a:tc gridSpan="2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𝑱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𝑲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899045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表 8">
                <a:extLst>
                  <a:ext uri="{FF2B5EF4-FFF2-40B4-BE49-F238E27FC236}">
                    <a16:creationId xmlns:a16="http://schemas.microsoft.com/office/drawing/2014/main" id="{8BD6DA2D-01A9-C16E-FD34-CFD12EF941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58519327"/>
                  </p:ext>
                </p:extLst>
              </p:nvPr>
            </p:nvGraphicFramePr>
            <p:xfrm>
              <a:off x="5514114" y="0"/>
              <a:ext cx="6171700" cy="2858352"/>
            </p:xfrm>
            <a:graphic>
              <a:graphicData uri="http://schemas.openxmlformats.org/drawingml/2006/table">
                <a:tbl>
                  <a:tblPr firstCol="1" bandRow="1">
                    <a:tableStyleId>{5C22544A-7EE6-4342-B048-85BDC9FD1C3A}</a:tableStyleId>
                  </a:tblPr>
                  <a:tblGrid>
                    <a:gridCol w="617170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17170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476392">
                    <a:tc gridSpan="2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5"/>
                          <a:stretch>
                            <a:fillRect l="-101020" t="-2632" r="-300000" b="-50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203093" t="-2632" r="-203093" b="-50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300000" t="-2632" r="-101020" b="-50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04124" t="-2632" r="-2062" b="-502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4082" t="-105405" r="-897959" b="-4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6250" t="-105405" r="-816667" b="-4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1020" t="-105405" r="-300000" b="-4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3093" t="-105405" r="-203093" b="-4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0000" t="-105405" r="-101020" b="-4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404124" t="-105405" r="-2062" b="-4162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899045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表 9">
                <a:extLst>
                  <a:ext uri="{FF2B5EF4-FFF2-40B4-BE49-F238E27FC236}">
                    <a16:creationId xmlns:a16="http://schemas.microsoft.com/office/drawing/2014/main" id="{94DF2DE8-B787-FA56-19BE-7698AC4B2B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5848963"/>
                  </p:ext>
                </p:extLst>
              </p:nvPr>
            </p:nvGraphicFramePr>
            <p:xfrm>
              <a:off x="5514114" y="3108442"/>
              <a:ext cx="6171700" cy="2858352"/>
            </p:xfrm>
            <a:graphic>
              <a:graphicData uri="http://schemas.openxmlformats.org/drawingml/2006/table">
                <a:tbl>
                  <a:tblPr firstCol="1" bandRow="1">
                    <a:tableStyleId>{5C22544A-7EE6-4342-B048-85BDC9FD1C3A}</a:tableStyleId>
                  </a:tblPr>
                  <a:tblGrid>
                    <a:gridCol w="617170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17170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476392">
                    <a:tc gridSpan="2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𝑱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𝑲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899045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表 9">
                <a:extLst>
                  <a:ext uri="{FF2B5EF4-FFF2-40B4-BE49-F238E27FC236}">
                    <a16:creationId xmlns:a16="http://schemas.microsoft.com/office/drawing/2014/main" id="{94DF2DE8-B787-FA56-19BE-7698AC4B2B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5848963"/>
                  </p:ext>
                </p:extLst>
              </p:nvPr>
            </p:nvGraphicFramePr>
            <p:xfrm>
              <a:off x="5514114" y="3108442"/>
              <a:ext cx="6171700" cy="2858352"/>
            </p:xfrm>
            <a:graphic>
              <a:graphicData uri="http://schemas.openxmlformats.org/drawingml/2006/table">
                <a:tbl>
                  <a:tblPr firstCol="1" bandRow="1">
                    <a:tableStyleId>{5C22544A-7EE6-4342-B048-85BDC9FD1C3A}</a:tableStyleId>
                  </a:tblPr>
                  <a:tblGrid>
                    <a:gridCol w="617170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17170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476392">
                    <a:tc gridSpan="2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6"/>
                          <a:stretch>
                            <a:fillRect l="-101020" t="-2632" r="-300000" b="-5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03093" t="-2632" r="-203093" b="-5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00000" t="-2632" r="-101020" b="-5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404124" t="-2632" r="-2062" b="-5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4082" t="-105405" r="-897959" b="-4189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6250" t="-105405" r="-816667" b="-4189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1020" t="-105405" r="-300000" b="-4189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203093" t="-105405" r="-203093" b="-4189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300000" t="-105405" r="-101020" b="-4189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404124" t="-105405" r="-2062" b="-4189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899045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角丸四角形 11">
            <a:extLst>
              <a:ext uri="{FF2B5EF4-FFF2-40B4-BE49-F238E27FC236}">
                <a16:creationId xmlns:a16="http://schemas.microsoft.com/office/drawing/2014/main" id="{637FE49E-430F-1420-9F8C-1420835279AE}"/>
              </a:ext>
            </a:extLst>
          </p:cNvPr>
          <p:cNvSpPr/>
          <p:nvPr/>
        </p:nvSpPr>
        <p:spPr>
          <a:xfrm>
            <a:off x="7979228" y="4064089"/>
            <a:ext cx="1241719" cy="1891819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010BB60C-AD41-C6E0-D53D-F8C53348D78B}"/>
              </a:ext>
            </a:extLst>
          </p:cNvPr>
          <p:cNvSpPr/>
          <p:nvPr/>
        </p:nvSpPr>
        <p:spPr>
          <a:xfrm>
            <a:off x="10453381" y="5057215"/>
            <a:ext cx="1241719" cy="898693"/>
          </a:xfrm>
          <a:prstGeom prst="round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23" name="フリーフォーム 22">
            <a:extLst>
              <a:ext uri="{FF2B5EF4-FFF2-40B4-BE49-F238E27FC236}">
                <a16:creationId xmlns:a16="http://schemas.microsoft.com/office/drawing/2014/main" id="{6EFEE707-2636-8ADC-7A0D-815B05B3F505}"/>
              </a:ext>
            </a:extLst>
          </p:cNvPr>
          <p:cNvSpPr/>
          <p:nvPr/>
        </p:nvSpPr>
        <p:spPr>
          <a:xfrm>
            <a:off x="7988514" y="4053203"/>
            <a:ext cx="2474153" cy="449346"/>
          </a:xfrm>
          <a:custGeom>
            <a:avLst/>
            <a:gdLst>
              <a:gd name="csX0" fmla="*/ 0 w 2474153"/>
              <a:gd name="csY0" fmla="*/ 0 h 449346"/>
              <a:gd name="csX1" fmla="*/ 2474153 w 2474153"/>
              <a:gd name="csY1" fmla="*/ 0 h 449346"/>
              <a:gd name="csX2" fmla="*/ 2474153 w 2474153"/>
              <a:gd name="csY2" fmla="*/ 299561 h 449346"/>
              <a:gd name="csX3" fmla="*/ 2324368 w 2474153"/>
              <a:gd name="csY3" fmla="*/ 449346 h 449346"/>
              <a:gd name="csX4" fmla="*/ 149785 w 2474153"/>
              <a:gd name="csY4" fmla="*/ 449346 h 449346"/>
              <a:gd name="csX5" fmla="*/ 0 w 2474153"/>
              <a:gd name="csY5" fmla="*/ 299561 h 44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474153" h="449346">
                <a:moveTo>
                  <a:pt x="0" y="0"/>
                </a:moveTo>
                <a:lnTo>
                  <a:pt x="2474153" y="0"/>
                </a:lnTo>
                <a:lnTo>
                  <a:pt x="2474153" y="299561"/>
                </a:lnTo>
                <a:cubicBezTo>
                  <a:pt x="2474153" y="382285"/>
                  <a:pt x="2407092" y="449346"/>
                  <a:pt x="2324368" y="449346"/>
                </a:cubicBezTo>
                <a:lnTo>
                  <a:pt x="149785" y="449346"/>
                </a:lnTo>
                <a:cubicBezTo>
                  <a:pt x="67061" y="449346"/>
                  <a:pt x="0" y="382285"/>
                  <a:pt x="0" y="299561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4" name="フリーフォーム 23">
            <a:extLst>
              <a:ext uri="{FF2B5EF4-FFF2-40B4-BE49-F238E27FC236}">
                <a16:creationId xmlns:a16="http://schemas.microsoft.com/office/drawing/2014/main" id="{50106C6C-8D05-4B54-79B0-6584294F3E18}"/>
              </a:ext>
            </a:extLst>
          </p:cNvPr>
          <p:cNvSpPr/>
          <p:nvPr/>
        </p:nvSpPr>
        <p:spPr>
          <a:xfrm rot="10800000">
            <a:off x="7988514" y="5506562"/>
            <a:ext cx="2474153" cy="449346"/>
          </a:xfrm>
          <a:custGeom>
            <a:avLst/>
            <a:gdLst>
              <a:gd name="csX0" fmla="*/ 0 w 2474153"/>
              <a:gd name="csY0" fmla="*/ 0 h 449346"/>
              <a:gd name="csX1" fmla="*/ 2474153 w 2474153"/>
              <a:gd name="csY1" fmla="*/ 0 h 449346"/>
              <a:gd name="csX2" fmla="*/ 2474153 w 2474153"/>
              <a:gd name="csY2" fmla="*/ 299561 h 449346"/>
              <a:gd name="csX3" fmla="*/ 2324368 w 2474153"/>
              <a:gd name="csY3" fmla="*/ 449346 h 449346"/>
              <a:gd name="csX4" fmla="*/ 149785 w 2474153"/>
              <a:gd name="csY4" fmla="*/ 449346 h 449346"/>
              <a:gd name="csX5" fmla="*/ 0 w 2474153"/>
              <a:gd name="csY5" fmla="*/ 299561 h 44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474153" h="449346">
                <a:moveTo>
                  <a:pt x="0" y="0"/>
                </a:moveTo>
                <a:lnTo>
                  <a:pt x="2474153" y="0"/>
                </a:lnTo>
                <a:lnTo>
                  <a:pt x="2474153" y="299561"/>
                </a:lnTo>
                <a:cubicBezTo>
                  <a:pt x="2474153" y="382285"/>
                  <a:pt x="2407092" y="449346"/>
                  <a:pt x="2324368" y="449346"/>
                </a:cubicBezTo>
                <a:lnTo>
                  <a:pt x="149785" y="449346"/>
                </a:lnTo>
                <a:cubicBezTo>
                  <a:pt x="67061" y="449346"/>
                  <a:pt x="0" y="382285"/>
                  <a:pt x="0" y="299561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6942756C-7419-389B-15CB-9F9A46B6FFD4}"/>
                  </a:ext>
                </a:extLst>
              </p:cNvPr>
              <p:cNvSpPr txBox="1"/>
              <p:nvPr/>
            </p:nvSpPr>
            <p:spPr>
              <a:xfrm>
                <a:off x="6399328" y="5977680"/>
                <a:ext cx="4809522" cy="524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ja-JP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e>
                      </m:acc>
                      <m:r>
                        <a:rPr lang="en-US" altLang="ja-JP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𝑸</m:t>
                      </m:r>
                      <m:r>
                        <a:rPr lang="en-US" altLang="ja-JP" sz="2800" b="1" i="1" dirty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altLang="ja-JP" sz="2800" b="1" i="1" dirty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𝑪𝑳𝑲</m:t>
                          </m:r>
                        </m:e>
                      </m:acc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𝑸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ja-JP" sz="2800" b="1" i="1" dirty="0" smtClean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𝑱</m:t>
                      </m:r>
                      <m:r>
                        <a:rPr lang="en-US" altLang="ja-JP" sz="2800" b="1" i="1" dirty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𝑪𝑳𝑲</m:t>
                      </m:r>
                      <m:r>
                        <a:rPr lang="en-US" altLang="ja-JP" sz="2800" b="1" i="1" dirty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̅"/>
                          <m:ctrlPr>
                            <a:rPr kumimoji="1" lang="en-US" altLang="ja-JP" sz="2800" b="1" i="1" dirty="0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2800" b="1" i="1" dirty="0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acc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6942756C-7419-389B-15CB-9F9A46B6F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328" y="5977680"/>
                <a:ext cx="4809522" cy="524118"/>
              </a:xfrm>
              <a:prstGeom prst="rect">
                <a:avLst/>
              </a:prstGeom>
              <a:blipFill>
                <a:blip r:embed="rId7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8689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1233</TotalTime>
  <Words>1127</Words>
  <Application>Microsoft Macintosh PowerPoint</Application>
  <PresentationFormat>ワイド画面</PresentationFormat>
  <Paragraphs>572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kkagawa</dc:creator>
  <cp:lastModifiedBy>kkagawa</cp:lastModifiedBy>
  <cp:revision>29</cp:revision>
  <dcterms:created xsi:type="dcterms:W3CDTF">2025-10-20T22:40:05Z</dcterms:created>
  <dcterms:modified xsi:type="dcterms:W3CDTF">2025-12-02T02:45:45Z</dcterms:modified>
</cp:coreProperties>
</file>