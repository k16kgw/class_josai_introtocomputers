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67"/>
    <p:restoredTop sz="94694"/>
  </p:normalViewPr>
  <p:slideViewPr>
    <p:cSldViewPr snapToGrid="0">
      <p:cViewPr varScale="1">
        <p:scale>
          <a:sx n="120" d="100"/>
          <a:sy n="120" d="100"/>
        </p:scale>
        <p:origin x="1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46AB5E-AB31-8618-3E64-F0015709C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55671BE-3C3A-7969-3014-F31A50E4F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5A1680-A516-F7FA-F958-748CFE995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7418-63AD-0D42-AD46-6F16D2BF5D7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C71583-5128-D0EE-9D30-982565C8D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1D3A71-35ED-88DD-91B2-68782D0FD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88D89-6E97-DD44-86E2-06ECFE6F45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9221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DA6B56-58A0-B1E9-42A9-0841956F8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A1BFC0-7300-1FA4-7C3A-EBB7BA768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E3E214-48B3-8715-9DAB-DD6DD57ED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7418-63AD-0D42-AD46-6F16D2BF5D7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036831-6A41-5B3A-6042-FB843449A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DFF503-51EA-9023-7A9D-E703456DE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88D89-6E97-DD44-86E2-06ECFE6F45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2198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E17CBF-279B-1886-9880-D4B1F27BB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7B9001-4DF0-5DB2-8BFC-ACE107414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3EFD63-53B4-B939-C953-F413E8BB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7418-63AD-0D42-AD46-6F16D2BF5D7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712D91-158F-B79E-C833-2364F22DE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49A437-164E-6444-D38B-6C37E5F3F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88D89-6E97-DD44-86E2-06ECFE6F45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5487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AEF83-666B-290E-A279-4C3025F2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F7BA3F-9B6B-1719-1921-A6240242F7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CA2CB78-CC94-F346-95B4-C58E69730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5A00E5-2FEB-7D7F-30F4-8C251461D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7418-63AD-0D42-AD46-6F16D2BF5D7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1D2A5C-2C6F-5291-0418-0A777C1A4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4B3773-F131-F05E-F172-8F277FAD5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88D89-6E97-DD44-86E2-06ECFE6F45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00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C352C9-7D95-20E6-219E-6F9E04584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B380F01-AE7F-BF5C-F577-4F8EE734D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38B22E2-3E23-C1B1-6333-BF5F7F2C62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51BD9C5-4676-4624-2D6E-7B9C9251B4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7405B3E-B6C4-DF18-4E7C-7A48AA0D48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98A9F77-D702-E6BE-C3D3-B44808C45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7418-63AD-0D42-AD46-6F16D2BF5D7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75B2BA2-E3D7-769B-88D9-FE220B27B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CA8D282-5B5E-28D6-978F-F5FD95C85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88D89-6E97-DD44-86E2-06ECFE6F45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2356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536EA5-0211-8641-7B36-018CDC888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57BDA8D-30C9-E708-BAAB-4C59FA481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7418-63AD-0D42-AD46-6F16D2BF5D7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2470741-4831-7B85-B982-4E479DFBD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4981492-3642-9439-91E2-9675CF508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88D89-6E97-DD44-86E2-06ECFE6F45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2574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F23E875-DF41-B175-CA65-9E9C1B43D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7418-63AD-0D42-AD46-6F16D2BF5D7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69F920A-D08E-D359-4583-95FE39F26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139112-518D-3AB6-6841-924DAE31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88D89-6E97-DD44-86E2-06ECFE6F45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3544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763C8B-BA4D-68AA-1A0F-0BA3682EF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FAF469-EFDD-E862-6AC3-38D4ADF70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94E58BA-A649-07CB-336B-5DAA1BEB7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C7EE64C-05AD-130C-B331-EFC844E38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7418-63AD-0D42-AD46-6F16D2BF5D7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198ED75-2CCA-3136-A4F4-4E390AB9D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A1958B5-0C5A-9222-11C9-AC19E7413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88D89-6E97-DD44-86E2-06ECFE6F45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1302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AC4AED-6408-0975-D415-84B240B4B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880DE0F-5F66-FE8B-2F1D-B9AEFC6E0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40A52AF-E6DD-3FCD-7244-258F63C2B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6FEE27A-59E2-83C9-7745-6080A0321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7418-63AD-0D42-AD46-6F16D2BF5D7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2AF1032-5FD8-0DDF-84B8-549663B77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3D04227-1828-F6CF-9699-BAEE554C5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88D89-6E97-DD44-86E2-06ECFE6F45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3507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AFA3EB-DD96-AE65-AA31-432DF2CCA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5DA6DCD-36EB-6D81-E865-AF786C4AA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66BEDC-43F4-9F1E-C2BC-D01451989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7418-63AD-0D42-AD46-6F16D2BF5D7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BC0B2F-8C74-CFA4-8710-036B71454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B844F1-BFC6-A936-EBB5-B38743F79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88D89-6E97-DD44-86E2-06ECFE6F45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3997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C741041-A94B-0648-3194-506890892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8D00F4-D79E-6BEB-37EE-2664D5EDF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675ADF-CA8F-9A11-C6A4-2AF0BB43F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7418-63AD-0D42-AD46-6F16D2BF5D7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A4FC95-4C6E-B258-993F-0787FDB51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D84668-E236-98BC-7EE2-3E70B352C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88D89-6E97-DD44-86E2-06ECFE6F45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612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2743A0E-0224-AE61-5EED-36EBD6F1C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3FB3C2-7DB8-C8A5-43DD-09586748F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E9A72A-3272-5CE8-845E-8BE1047EA9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E77418-63AD-0D42-AD46-6F16D2BF5D7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2633CA-D6D1-DBD9-F5F2-7099D8B36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7DA48C-916D-A55F-ADBE-46FBE562C2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988D89-6E97-DD44-86E2-06ECFE6F45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6013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9FE2D6-FD68-215C-0F7C-6EC8EED5DE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9DF1392-A8DA-4804-B29A-764542AD23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0776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 3">
                <a:extLst>
                  <a:ext uri="{FF2B5EF4-FFF2-40B4-BE49-F238E27FC236}">
                    <a16:creationId xmlns:a16="http://schemas.microsoft.com/office/drawing/2014/main" id="{63171497-BD36-DC50-A431-055BEA33A6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2799155"/>
                  </p:ext>
                </p:extLst>
              </p:nvPr>
            </p:nvGraphicFramePr>
            <p:xfrm>
              <a:off x="2032000" y="719666"/>
              <a:ext cx="2697654" cy="189100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99218">
                      <a:extLst>
                        <a:ext uri="{9D8B030D-6E8A-4147-A177-3AD203B41FA5}">
                          <a16:colId xmlns:a16="http://schemas.microsoft.com/office/drawing/2014/main" val="2741651066"/>
                        </a:ext>
                      </a:extLst>
                    </a:gridCol>
                    <a:gridCol w="899218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899218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</a:tblGrid>
                  <a:tr h="625463"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        B A</a:t>
                          </a:r>
                          <a:endParaRPr kumimoji="1" lang="ja-JP" altLang="en-US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lToB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3329725"/>
                      </a:ext>
                    </a:extLst>
                  </a:tr>
                  <a:tr h="6254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/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6847811"/>
                      </a:ext>
                    </a:extLst>
                  </a:tr>
                  <a:tr h="6254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/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 3">
                <a:extLst>
                  <a:ext uri="{FF2B5EF4-FFF2-40B4-BE49-F238E27FC236}">
                    <a16:creationId xmlns:a16="http://schemas.microsoft.com/office/drawing/2014/main" id="{63171497-BD36-DC50-A431-055BEA33A6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2799155"/>
                  </p:ext>
                </p:extLst>
              </p:nvPr>
            </p:nvGraphicFramePr>
            <p:xfrm>
              <a:off x="2032000" y="719666"/>
              <a:ext cx="2697654" cy="189100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99218">
                      <a:extLst>
                        <a:ext uri="{9D8B030D-6E8A-4147-A177-3AD203B41FA5}">
                          <a16:colId xmlns:a16="http://schemas.microsoft.com/office/drawing/2014/main" val="2741651066"/>
                        </a:ext>
                      </a:extLst>
                    </a:gridCol>
                    <a:gridCol w="899218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899218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        B A</a:t>
                          </a:r>
                          <a:endParaRPr kumimoji="1" lang="ja-JP" altLang="en-US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lToB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3329725"/>
                      </a:ext>
                    </a:extLst>
                  </a:tr>
                  <a:tr h="6254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/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2"/>
                          <a:stretch>
                            <a:fillRect l="-102817" t="-108163" r="-102817" b="-1061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817" t="-108163" r="-2817" b="-1061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6847811"/>
                      </a:ext>
                    </a:extLst>
                  </a:tr>
                  <a:tr h="6254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/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2"/>
                          <a:stretch>
                            <a:fillRect l="-102817" t="-204000" r="-102817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817" t="-204000" r="-2817" b="-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8509EEB1-F141-A5A1-A1DC-218424DE52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6299718"/>
                  </p:ext>
                </p:extLst>
              </p:nvPr>
            </p:nvGraphicFramePr>
            <p:xfrm>
              <a:off x="5812220" y="387149"/>
              <a:ext cx="5276190" cy="222848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55238">
                      <a:extLst>
                        <a:ext uri="{9D8B030D-6E8A-4147-A177-3AD203B41FA5}">
                          <a16:colId xmlns:a16="http://schemas.microsoft.com/office/drawing/2014/main" val="2741651066"/>
                        </a:ext>
                      </a:extLst>
                    </a:gridCol>
                    <a:gridCol w="1055238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1055238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055238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  <a:gridCol w="1055238">
                      <a:extLst>
                        <a:ext uri="{9D8B030D-6E8A-4147-A177-3AD203B41FA5}">
                          <a16:colId xmlns:a16="http://schemas.microsoft.com/office/drawing/2014/main" val="1429596059"/>
                        </a:ext>
                      </a:extLst>
                    </a:gridCol>
                  </a:tblGrid>
                  <a:tr h="754312"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        BC A</a:t>
                          </a:r>
                          <a:endParaRPr kumimoji="1" lang="ja-JP" altLang="en-US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lToB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00</a:t>
                          </a:r>
                          <a:endParaRPr kumimoji="1" lang="ja-JP" altLang="en-US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01</a:t>
                          </a:r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11</a:t>
                          </a:r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10</a:t>
                          </a:r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3329725"/>
                      </a:ext>
                    </a:extLst>
                  </a:tr>
                  <a:tr h="73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/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6847811"/>
                      </a:ext>
                    </a:extLst>
                  </a:tr>
                  <a:tr h="73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/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8509EEB1-F141-A5A1-A1DC-218424DE52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6299718"/>
                  </p:ext>
                </p:extLst>
              </p:nvPr>
            </p:nvGraphicFramePr>
            <p:xfrm>
              <a:off x="5812220" y="387149"/>
              <a:ext cx="5276190" cy="222848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55238">
                      <a:extLst>
                        <a:ext uri="{9D8B030D-6E8A-4147-A177-3AD203B41FA5}">
                          <a16:colId xmlns:a16="http://schemas.microsoft.com/office/drawing/2014/main" val="2741651066"/>
                        </a:ext>
                      </a:extLst>
                    </a:gridCol>
                    <a:gridCol w="1055238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1055238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055238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  <a:gridCol w="1055238">
                      <a:extLst>
                        <a:ext uri="{9D8B030D-6E8A-4147-A177-3AD203B41FA5}">
                          <a16:colId xmlns:a16="http://schemas.microsoft.com/office/drawing/2014/main" val="1429596059"/>
                        </a:ext>
                      </a:extLst>
                    </a:gridCol>
                  </a:tblGrid>
                  <a:tr h="754312"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        BC A</a:t>
                          </a:r>
                          <a:endParaRPr kumimoji="1" lang="ja-JP" altLang="en-US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lToB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00</a:t>
                          </a:r>
                          <a:endParaRPr kumimoji="1" lang="ja-JP" altLang="en-US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01</a:t>
                          </a:r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11</a:t>
                          </a:r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10</a:t>
                          </a:r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3329725"/>
                      </a:ext>
                    </a:extLst>
                  </a:tr>
                  <a:tr h="73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/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100000" t="-106897" r="-300000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2410" t="-106897" r="-203614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98810" t="-106897" r="-101190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3614" t="-106897" r="-2410" b="-105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6847811"/>
                      </a:ext>
                    </a:extLst>
                  </a:tr>
                  <a:tr h="73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/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100000" t="-206897" r="-300000" b="-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2410" t="-206897" r="-203614" b="-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98810" t="-206897" r="-101190" b="-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3614" t="-206897" r="-2410" b="-5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 5">
                <a:extLst>
                  <a:ext uri="{FF2B5EF4-FFF2-40B4-BE49-F238E27FC236}">
                    <a16:creationId xmlns:a16="http://schemas.microsoft.com/office/drawing/2014/main" id="{BF8B69E3-163C-C96F-5CDD-63176E774A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9490823"/>
                  </p:ext>
                </p:extLst>
              </p:nvPr>
            </p:nvGraphicFramePr>
            <p:xfrm>
              <a:off x="2032000" y="2948152"/>
              <a:ext cx="6744140" cy="370266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348828">
                      <a:extLst>
                        <a:ext uri="{9D8B030D-6E8A-4147-A177-3AD203B41FA5}">
                          <a16:colId xmlns:a16="http://schemas.microsoft.com/office/drawing/2014/main" val="2741651066"/>
                        </a:ext>
                      </a:extLst>
                    </a:gridCol>
                    <a:gridCol w="1348828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1348828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348828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  <a:gridCol w="1348828">
                      <a:extLst>
                        <a:ext uri="{9D8B030D-6E8A-4147-A177-3AD203B41FA5}">
                          <a16:colId xmlns:a16="http://schemas.microsoft.com/office/drawing/2014/main" val="1429596059"/>
                        </a:ext>
                      </a:extLst>
                    </a:gridCol>
                  </a:tblGrid>
                  <a:tr h="754312"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            CD AB</a:t>
                          </a:r>
                          <a:endParaRPr kumimoji="1" lang="ja-JP" altLang="en-US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lToB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00</a:t>
                          </a:r>
                          <a:endParaRPr kumimoji="1" lang="ja-JP" altLang="en-US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01</a:t>
                          </a:r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11</a:t>
                          </a:r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10</a:t>
                          </a:r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3329725"/>
                      </a:ext>
                    </a:extLst>
                  </a:tr>
                  <a:tr h="73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00</a:t>
                          </a:r>
                          <a:endParaRPr kumimoji="1" lang="ja-JP" altLang="en-US"/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6847811"/>
                      </a:ext>
                    </a:extLst>
                  </a:tr>
                  <a:tr h="73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01</a:t>
                          </a:r>
                          <a:endParaRPr kumimoji="1" lang="ja-JP" altLang="en-US"/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  <a:tr h="73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11</a:t>
                          </a:r>
                          <a:endParaRPr kumimoji="1" lang="ja-JP" altLang="en-US"/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51057239"/>
                      </a:ext>
                    </a:extLst>
                  </a:tr>
                  <a:tr h="73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10</a:t>
                          </a:r>
                          <a:endParaRPr kumimoji="1" lang="ja-JP" altLang="en-US"/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753554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 5">
                <a:extLst>
                  <a:ext uri="{FF2B5EF4-FFF2-40B4-BE49-F238E27FC236}">
                    <a16:creationId xmlns:a16="http://schemas.microsoft.com/office/drawing/2014/main" id="{BF8B69E3-163C-C96F-5CDD-63176E774A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9490823"/>
                  </p:ext>
                </p:extLst>
              </p:nvPr>
            </p:nvGraphicFramePr>
            <p:xfrm>
              <a:off x="2032000" y="2948152"/>
              <a:ext cx="6744140" cy="370266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348828">
                      <a:extLst>
                        <a:ext uri="{9D8B030D-6E8A-4147-A177-3AD203B41FA5}">
                          <a16:colId xmlns:a16="http://schemas.microsoft.com/office/drawing/2014/main" val="2741651066"/>
                        </a:ext>
                      </a:extLst>
                    </a:gridCol>
                    <a:gridCol w="1348828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1348828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348828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  <a:gridCol w="1348828">
                      <a:extLst>
                        <a:ext uri="{9D8B030D-6E8A-4147-A177-3AD203B41FA5}">
                          <a16:colId xmlns:a16="http://schemas.microsoft.com/office/drawing/2014/main" val="1429596059"/>
                        </a:ext>
                      </a:extLst>
                    </a:gridCol>
                  </a:tblGrid>
                  <a:tr h="754312"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            CD AB</a:t>
                          </a:r>
                          <a:endParaRPr kumimoji="1" lang="ja-JP" altLang="en-US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lToB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00</a:t>
                          </a:r>
                          <a:endParaRPr kumimoji="1" lang="ja-JP" altLang="en-US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01</a:t>
                          </a:r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11</a:t>
                          </a:r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10</a:t>
                          </a:r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3329725"/>
                      </a:ext>
                    </a:extLst>
                  </a:tr>
                  <a:tr h="73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00</a:t>
                          </a:r>
                          <a:endParaRPr kumimoji="1" lang="ja-JP" altLang="en-US"/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  <a:stretch>
                            <a:fillRect l="-100935" t="-105085" r="-3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2830" t="-105085" r="-20283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0000" t="-105085" r="-10093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03774" t="-105085" r="-1887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6847811"/>
                      </a:ext>
                    </a:extLst>
                  </a:tr>
                  <a:tr h="73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01</a:t>
                          </a:r>
                          <a:endParaRPr kumimoji="1" lang="ja-JP" altLang="en-US"/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  <a:stretch>
                            <a:fillRect l="-100935" t="-208621" r="-300000" b="-2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2830" t="-208621" r="-202830" b="-2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0000" t="-208621" r="-100935" b="-2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03774" t="-208621" r="-1887" b="-205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  <a:tr h="73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11</a:t>
                          </a:r>
                          <a:endParaRPr kumimoji="1" lang="ja-JP" altLang="en-US"/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  <a:stretch>
                            <a:fillRect l="-100935" t="-308621" r="-300000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2830" t="-308621" r="-202830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0000" t="-308621" r="-100935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03774" t="-308621" r="-1887" b="-105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057239"/>
                      </a:ext>
                    </a:extLst>
                  </a:tr>
                  <a:tr h="73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10</a:t>
                          </a:r>
                          <a:endParaRPr kumimoji="1" lang="ja-JP" altLang="en-US"/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  <a:stretch>
                            <a:fillRect l="-100935" t="-408621" r="-300000" b="-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2830" t="-408621" r="-202830" b="-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0000" t="-408621" r="-100935" b="-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03774" t="-408621" r="-1887" b="-5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535549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65120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8A2253F5-998E-7A38-FE4E-B08F89E3D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235828"/>
              </p:ext>
            </p:extLst>
          </p:nvPr>
        </p:nvGraphicFramePr>
        <p:xfrm>
          <a:off x="5812220" y="387149"/>
          <a:ext cx="5276190" cy="22284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5238">
                  <a:extLst>
                    <a:ext uri="{9D8B030D-6E8A-4147-A177-3AD203B41FA5}">
                      <a16:colId xmlns:a16="http://schemas.microsoft.com/office/drawing/2014/main" val="2741651066"/>
                    </a:ext>
                  </a:extLst>
                </a:gridCol>
                <a:gridCol w="1055238">
                  <a:extLst>
                    <a:ext uri="{9D8B030D-6E8A-4147-A177-3AD203B41FA5}">
                      <a16:colId xmlns:a16="http://schemas.microsoft.com/office/drawing/2014/main" val="1865095150"/>
                    </a:ext>
                  </a:extLst>
                </a:gridCol>
                <a:gridCol w="1055238">
                  <a:extLst>
                    <a:ext uri="{9D8B030D-6E8A-4147-A177-3AD203B41FA5}">
                      <a16:colId xmlns:a16="http://schemas.microsoft.com/office/drawing/2014/main" val="1372891102"/>
                    </a:ext>
                  </a:extLst>
                </a:gridCol>
                <a:gridCol w="1055238">
                  <a:extLst>
                    <a:ext uri="{9D8B030D-6E8A-4147-A177-3AD203B41FA5}">
                      <a16:colId xmlns:a16="http://schemas.microsoft.com/office/drawing/2014/main" val="1720492644"/>
                    </a:ext>
                  </a:extLst>
                </a:gridCol>
                <a:gridCol w="1055238">
                  <a:extLst>
                    <a:ext uri="{9D8B030D-6E8A-4147-A177-3AD203B41FA5}">
                      <a16:colId xmlns:a16="http://schemas.microsoft.com/office/drawing/2014/main" val="1429596059"/>
                    </a:ext>
                  </a:extLst>
                </a:gridCol>
              </a:tblGrid>
              <a:tr h="754312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        BC A</a:t>
                      </a:r>
                      <a:endParaRPr kumimoji="1" lang="ja-JP" altLang="en-US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00</a:t>
                      </a:r>
                      <a:endParaRPr kumimoji="1" lang="ja-JP" altLang="en-US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01</a:t>
                      </a:r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11</a:t>
                      </a:r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</a:t>
                      </a:r>
                      <a:endParaRPr kumimoji="1" lang="ja-JP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3329725"/>
                  </a:ext>
                </a:extLst>
              </a:tr>
              <a:tr h="7370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</a:t>
                      </a:r>
                      <a:endParaRPr kumimoji="1" lang="ja-JP" altLang="en-US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b="1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847811"/>
                  </a:ext>
                </a:extLst>
              </a:tr>
              <a:tr h="7370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</a:t>
                      </a:r>
                      <a:endParaRPr kumimoji="1" lang="ja-JP" altLang="en-US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74719"/>
                  </a:ext>
                </a:extLst>
              </a:tr>
            </a:tbl>
          </a:graphicData>
        </a:graphic>
      </p:graphicFrame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C9EF2150-5E63-5FF5-52CA-9AE9342C2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651677"/>
              </p:ext>
            </p:extLst>
          </p:nvPr>
        </p:nvGraphicFramePr>
        <p:xfrm>
          <a:off x="2032000" y="2948152"/>
          <a:ext cx="6744140" cy="37026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8828">
                  <a:extLst>
                    <a:ext uri="{9D8B030D-6E8A-4147-A177-3AD203B41FA5}">
                      <a16:colId xmlns:a16="http://schemas.microsoft.com/office/drawing/2014/main" val="2741651066"/>
                    </a:ext>
                  </a:extLst>
                </a:gridCol>
                <a:gridCol w="1348828">
                  <a:extLst>
                    <a:ext uri="{9D8B030D-6E8A-4147-A177-3AD203B41FA5}">
                      <a16:colId xmlns:a16="http://schemas.microsoft.com/office/drawing/2014/main" val="1865095150"/>
                    </a:ext>
                  </a:extLst>
                </a:gridCol>
                <a:gridCol w="1348828">
                  <a:extLst>
                    <a:ext uri="{9D8B030D-6E8A-4147-A177-3AD203B41FA5}">
                      <a16:colId xmlns:a16="http://schemas.microsoft.com/office/drawing/2014/main" val="1372891102"/>
                    </a:ext>
                  </a:extLst>
                </a:gridCol>
                <a:gridCol w="1348828">
                  <a:extLst>
                    <a:ext uri="{9D8B030D-6E8A-4147-A177-3AD203B41FA5}">
                      <a16:colId xmlns:a16="http://schemas.microsoft.com/office/drawing/2014/main" val="1720492644"/>
                    </a:ext>
                  </a:extLst>
                </a:gridCol>
                <a:gridCol w="1348828">
                  <a:extLst>
                    <a:ext uri="{9D8B030D-6E8A-4147-A177-3AD203B41FA5}">
                      <a16:colId xmlns:a16="http://schemas.microsoft.com/office/drawing/2014/main" val="1429596059"/>
                    </a:ext>
                  </a:extLst>
                </a:gridCol>
              </a:tblGrid>
              <a:tr h="754312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            CD AB</a:t>
                      </a:r>
                      <a:endParaRPr kumimoji="1" lang="ja-JP" altLang="en-US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00</a:t>
                      </a:r>
                      <a:endParaRPr kumimoji="1" lang="ja-JP" altLang="en-US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01</a:t>
                      </a:r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11</a:t>
                      </a:r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</a:t>
                      </a:r>
                      <a:endParaRPr kumimoji="1" lang="ja-JP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3329725"/>
                  </a:ext>
                </a:extLst>
              </a:tr>
              <a:tr h="7370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00</a:t>
                      </a:r>
                      <a:endParaRPr kumimoji="1" lang="ja-JP" altLang="en-US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b="1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847811"/>
                  </a:ext>
                </a:extLst>
              </a:tr>
              <a:tr h="7370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01</a:t>
                      </a:r>
                      <a:endParaRPr kumimoji="1" lang="ja-JP" altLang="en-US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74719"/>
                  </a:ext>
                </a:extLst>
              </a:tr>
              <a:tr h="7370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11</a:t>
                      </a:r>
                      <a:endParaRPr kumimoji="1" lang="ja-JP" altLang="en-US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1057239"/>
                  </a:ext>
                </a:extLst>
              </a:tr>
              <a:tr h="7370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</a:t>
                      </a:r>
                      <a:endParaRPr kumimoji="1" lang="ja-JP" altLang="en-US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5355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7597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446C1-F22B-C333-2B7A-446C3881F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E5ED2FCF-3CD5-AD91-C51D-818091139B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009607"/>
              </p:ext>
            </p:extLst>
          </p:nvPr>
        </p:nvGraphicFramePr>
        <p:xfrm>
          <a:off x="2032000" y="292556"/>
          <a:ext cx="5276190" cy="22284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5238">
                  <a:extLst>
                    <a:ext uri="{9D8B030D-6E8A-4147-A177-3AD203B41FA5}">
                      <a16:colId xmlns:a16="http://schemas.microsoft.com/office/drawing/2014/main" val="2741651066"/>
                    </a:ext>
                  </a:extLst>
                </a:gridCol>
                <a:gridCol w="1055238">
                  <a:extLst>
                    <a:ext uri="{9D8B030D-6E8A-4147-A177-3AD203B41FA5}">
                      <a16:colId xmlns:a16="http://schemas.microsoft.com/office/drawing/2014/main" val="1865095150"/>
                    </a:ext>
                  </a:extLst>
                </a:gridCol>
                <a:gridCol w="1055238">
                  <a:extLst>
                    <a:ext uri="{9D8B030D-6E8A-4147-A177-3AD203B41FA5}">
                      <a16:colId xmlns:a16="http://schemas.microsoft.com/office/drawing/2014/main" val="1372891102"/>
                    </a:ext>
                  </a:extLst>
                </a:gridCol>
                <a:gridCol w="1055238">
                  <a:extLst>
                    <a:ext uri="{9D8B030D-6E8A-4147-A177-3AD203B41FA5}">
                      <a16:colId xmlns:a16="http://schemas.microsoft.com/office/drawing/2014/main" val="1720492644"/>
                    </a:ext>
                  </a:extLst>
                </a:gridCol>
                <a:gridCol w="1055238">
                  <a:extLst>
                    <a:ext uri="{9D8B030D-6E8A-4147-A177-3AD203B41FA5}">
                      <a16:colId xmlns:a16="http://schemas.microsoft.com/office/drawing/2014/main" val="1429596059"/>
                    </a:ext>
                  </a:extLst>
                </a:gridCol>
              </a:tblGrid>
              <a:tr h="754312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        BC A</a:t>
                      </a:r>
                      <a:endParaRPr kumimoji="1" lang="ja-JP" altLang="en-US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00</a:t>
                      </a:r>
                      <a:endParaRPr kumimoji="1" lang="ja-JP" altLang="en-US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01</a:t>
                      </a:r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11</a:t>
                      </a:r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</a:t>
                      </a:r>
                      <a:endParaRPr kumimoji="1" lang="ja-JP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3329725"/>
                  </a:ext>
                </a:extLst>
              </a:tr>
              <a:tr h="7370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</a:t>
                      </a:r>
                      <a:endParaRPr kumimoji="1" lang="ja-JP" altLang="en-US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b="1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847811"/>
                  </a:ext>
                </a:extLst>
              </a:tr>
              <a:tr h="7370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</a:t>
                      </a:r>
                      <a:endParaRPr kumimoji="1" lang="ja-JP" altLang="en-US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74719"/>
                  </a:ext>
                </a:extLst>
              </a:tr>
            </a:tbl>
          </a:graphicData>
        </a:graphic>
      </p:graphicFrame>
      <p:sp>
        <p:nvSpPr>
          <p:cNvPr id="2" name="角丸四角形 1">
            <a:extLst>
              <a:ext uri="{FF2B5EF4-FFF2-40B4-BE49-F238E27FC236}">
                <a16:creationId xmlns:a16="http://schemas.microsoft.com/office/drawing/2014/main" id="{8DABB313-7D82-E490-279F-379E4E3AB000}"/>
              </a:ext>
            </a:extLst>
          </p:cNvPr>
          <p:cNvSpPr/>
          <p:nvPr/>
        </p:nvSpPr>
        <p:spPr>
          <a:xfrm>
            <a:off x="5206125" y="1040524"/>
            <a:ext cx="2091558" cy="149246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431CB598-5C1C-BC2C-7EFF-08A43CFF5243}"/>
              </a:ext>
            </a:extLst>
          </p:cNvPr>
          <p:cNvSpPr/>
          <p:nvPr/>
        </p:nvSpPr>
        <p:spPr>
          <a:xfrm>
            <a:off x="4165601" y="1797269"/>
            <a:ext cx="2091558" cy="723773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1E08E83F-44E0-9C17-A650-B190B8326278}"/>
                  </a:ext>
                </a:extLst>
              </p:cNvPr>
              <p:cNvSpPr txBox="1"/>
              <p:nvPr/>
            </p:nvSpPr>
            <p:spPr>
              <a:xfrm>
                <a:off x="4827749" y="2615636"/>
                <a:ext cx="167392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kumimoji="1" lang="en-US" altLang="ja-JP" sz="28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ja-JP" sz="28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kumimoji="1" lang="en-US" altLang="ja-JP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1E08E83F-44E0-9C17-A650-B190B8326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7749" y="2615636"/>
                <a:ext cx="1673920" cy="523220"/>
              </a:xfrm>
              <a:prstGeom prst="rect">
                <a:avLst/>
              </a:prstGeom>
              <a:blipFill>
                <a:blip r:embed="rId2"/>
                <a:stretch>
                  <a:fillRect t="-11628" r="-9023" b="-2790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2F113B35-74A7-E954-65B0-6634456BE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94827"/>
              </p:ext>
            </p:extLst>
          </p:nvPr>
        </p:nvGraphicFramePr>
        <p:xfrm>
          <a:off x="2032000" y="3396029"/>
          <a:ext cx="5276190" cy="22284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5238">
                  <a:extLst>
                    <a:ext uri="{9D8B030D-6E8A-4147-A177-3AD203B41FA5}">
                      <a16:colId xmlns:a16="http://schemas.microsoft.com/office/drawing/2014/main" val="2741651066"/>
                    </a:ext>
                  </a:extLst>
                </a:gridCol>
                <a:gridCol w="1055238">
                  <a:extLst>
                    <a:ext uri="{9D8B030D-6E8A-4147-A177-3AD203B41FA5}">
                      <a16:colId xmlns:a16="http://schemas.microsoft.com/office/drawing/2014/main" val="1865095150"/>
                    </a:ext>
                  </a:extLst>
                </a:gridCol>
                <a:gridCol w="1055238">
                  <a:extLst>
                    <a:ext uri="{9D8B030D-6E8A-4147-A177-3AD203B41FA5}">
                      <a16:colId xmlns:a16="http://schemas.microsoft.com/office/drawing/2014/main" val="1372891102"/>
                    </a:ext>
                  </a:extLst>
                </a:gridCol>
                <a:gridCol w="1055238">
                  <a:extLst>
                    <a:ext uri="{9D8B030D-6E8A-4147-A177-3AD203B41FA5}">
                      <a16:colId xmlns:a16="http://schemas.microsoft.com/office/drawing/2014/main" val="1720492644"/>
                    </a:ext>
                  </a:extLst>
                </a:gridCol>
                <a:gridCol w="1055238">
                  <a:extLst>
                    <a:ext uri="{9D8B030D-6E8A-4147-A177-3AD203B41FA5}">
                      <a16:colId xmlns:a16="http://schemas.microsoft.com/office/drawing/2014/main" val="1429596059"/>
                    </a:ext>
                  </a:extLst>
                </a:gridCol>
              </a:tblGrid>
              <a:tr h="754312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        BC A</a:t>
                      </a:r>
                      <a:endParaRPr kumimoji="1" lang="ja-JP" altLang="en-US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00</a:t>
                      </a:r>
                      <a:endParaRPr kumimoji="1" lang="ja-JP" altLang="en-US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01</a:t>
                      </a:r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</a:t>
                      </a:r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11</a:t>
                      </a:r>
                      <a:endParaRPr kumimoji="1" lang="ja-JP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3329725"/>
                  </a:ext>
                </a:extLst>
              </a:tr>
              <a:tr h="7370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</a:t>
                      </a:r>
                      <a:endParaRPr kumimoji="1" lang="ja-JP" altLang="en-US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b="1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847811"/>
                  </a:ext>
                </a:extLst>
              </a:tr>
              <a:tr h="7370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</a:t>
                      </a:r>
                      <a:endParaRPr kumimoji="1" lang="ja-JP" altLang="en-US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74719"/>
                  </a:ext>
                </a:extLst>
              </a:tr>
            </a:tbl>
          </a:graphicData>
        </a:graphic>
      </p:graphicFrame>
      <p:sp>
        <p:nvSpPr>
          <p:cNvPr id="7" name="角丸四角形 6">
            <a:extLst>
              <a:ext uri="{FF2B5EF4-FFF2-40B4-BE49-F238E27FC236}">
                <a16:creationId xmlns:a16="http://schemas.microsoft.com/office/drawing/2014/main" id="{C84FCCE4-E9C8-D0CF-CED7-6ED17A20A561}"/>
              </a:ext>
            </a:extLst>
          </p:cNvPr>
          <p:cNvSpPr/>
          <p:nvPr/>
        </p:nvSpPr>
        <p:spPr>
          <a:xfrm>
            <a:off x="5206125" y="4125310"/>
            <a:ext cx="2091558" cy="149246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F025DB68-B0A0-DFCE-4F98-CBE9E2326D97}"/>
              </a:ext>
            </a:extLst>
          </p:cNvPr>
          <p:cNvSpPr/>
          <p:nvPr/>
        </p:nvSpPr>
        <p:spPr>
          <a:xfrm>
            <a:off x="4165601" y="4882055"/>
            <a:ext cx="2091558" cy="723773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97FAB843-7896-0E8E-83D3-CD8D307203DB}"/>
                  </a:ext>
                </a:extLst>
              </p:cNvPr>
              <p:cNvSpPr txBox="1"/>
              <p:nvPr/>
            </p:nvSpPr>
            <p:spPr>
              <a:xfrm>
                <a:off x="4827749" y="5700422"/>
                <a:ext cx="145097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???</m:t>
                      </m:r>
                      <m:r>
                        <a:rPr kumimoji="1" lang="en-US" altLang="ja-JP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97FAB843-7896-0E8E-83D3-CD8D30720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7749" y="5700422"/>
                <a:ext cx="145097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3169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10A25-B39D-8DAF-91C4-25B0EF2A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C6E94F4C-E805-BDB4-F083-A2EF064A8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29470"/>
              </p:ext>
            </p:extLst>
          </p:nvPr>
        </p:nvGraphicFramePr>
        <p:xfrm>
          <a:off x="2084552" y="709449"/>
          <a:ext cx="6744140" cy="37026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8828">
                  <a:extLst>
                    <a:ext uri="{9D8B030D-6E8A-4147-A177-3AD203B41FA5}">
                      <a16:colId xmlns:a16="http://schemas.microsoft.com/office/drawing/2014/main" val="2741651066"/>
                    </a:ext>
                  </a:extLst>
                </a:gridCol>
                <a:gridCol w="1348828">
                  <a:extLst>
                    <a:ext uri="{9D8B030D-6E8A-4147-A177-3AD203B41FA5}">
                      <a16:colId xmlns:a16="http://schemas.microsoft.com/office/drawing/2014/main" val="1865095150"/>
                    </a:ext>
                  </a:extLst>
                </a:gridCol>
                <a:gridCol w="1348828">
                  <a:extLst>
                    <a:ext uri="{9D8B030D-6E8A-4147-A177-3AD203B41FA5}">
                      <a16:colId xmlns:a16="http://schemas.microsoft.com/office/drawing/2014/main" val="1372891102"/>
                    </a:ext>
                  </a:extLst>
                </a:gridCol>
                <a:gridCol w="1348828">
                  <a:extLst>
                    <a:ext uri="{9D8B030D-6E8A-4147-A177-3AD203B41FA5}">
                      <a16:colId xmlns:a16="http://schemas.microsoft.com/office/drawing/2014/main" val="1720492644"/>
                    </a:ext>
                  </a:extLst>
                </a:gridCol>
                <a:gridCol w="1348828">
                  <a:extLst>
                    <a:ext uri="{9D8B030D-6E8A-4147-A177-3AD203B41FA5}">
                      <a16:colId xmlns:a16="http://schemas.microsoft.com/office/drawing/2014/main" val="1429596059"/>
                    </a:ext>
                  </a:extLst>
                </a:gridCol>
              </a:tblGrid>
              <a:tr h="754312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            CD AB</a:t>
                      </a:r>
                      <a:endParaRPr kumimoji="1" lang="ja-JP" altLang="en-US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00</a:t>
                      </a:r>
                      <a:endParaRPr kumimoji="1" lang="ja-JP" altLang="en-US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01</a:t>
                      </a:r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11</a:t>
                      </a:r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</a:t>
                      </a:r>
                      <a:endParaRPr kumimoji="1" lang="ja-JP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3329725"/>
                  </a:ext>
                </a:extLst>
              </a:tr>
              <a:tr h="7370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00</a:t>
                      </a:r>
                      <a:endParaRPr kumimoji="1" lang="ja-JP" altLang="en-US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b="1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847811"/>
                  </a:ext>
                </a:extLst>
              </a:tr>
              <a:tr h="7370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01</a:t>
                      </a:r>
                      <a:endParaRPr kumimoji="1" lang="ja-JP" altLang="en-US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74719"/>
                  </a:ext>
                </a:extLst>
              </a:tr>
              <a:tr h="7370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11</a:t>
                      </a:r>
                      <a:endParaRPr kumimoji="1" lang="ja-JP" altLang="en-US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1057239"/>
                  </a:ext>
                </a:extLst>
              </a:tr>
              <a:tr h="7370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</a:t>
                      </a:r>
                      <a:endParaRPr kumimoji="1" lang="ja-JP" altLang="en-US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5355495"/>
                  </a:ext>
                </a:extLst>
              </a:tr>
            </a:tbl>
          </a:graphicData>
        </a:graphic>
      </p:graphicFrame>
      <p:sp>
        <p:nvSpPr>
          <p:cNvPr id="2" name="角丸四角形 1">
            <a:extLst>
              <a:ext uri="{FF2B5EF4-FFF2-40B4-BE49-F238E27FC236}">
                <a16:creationId xmlns:a16="http://schemas.microsoft.com/office/drawing/2014/main" id="{B86AA627-668C-3DB0-8640-FC02A899BF18}"/>
              </a:ext>
            </a:extLst>
          </p:cNvPr>
          <p:cNvSpPr/>
          <p:nvPr/>
        </p:nvSpPr>
        <p:spPr>
          <a:xfrm>
            <a:off x="4796221" y="2207173"/>
            <a:ext cx="2666123" cy="149246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E7A54A72-59C2-0C76-66AF-22F5C44A06B0}"/>
              </a:ext>
            </a:extLst>
          </p:cNvPr>
          <p:cNvSpPr/>
          <p:nvPr/>
        </p:nvSpPr>
        <p:spPr>
          <a:xfrm>
            <a:off x="6148551" y="2207173"/>
            <a:ext cx="2666123" cy="1492469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D57DB578-83EB-7B16-CC97-F5B269966E70}"/>
                  </a:ext>
                </a:extLst>
              </p:cNvPr>
              <p:cNvSpPr txBox="1"/>
              <p:nvPr/>
            </p:nvSpPr>
            <p:spPr>
              <a:xfrm>
                <a:off x="5721128" y="4506732"/>
                <a:ext cx="22261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kumimoji="1" lang="en-US" altLang="ja-JP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ja-JP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  <m:r>
                        <a:rPr kumimoji="1" lang="en-US" altLang="ja-JP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sz="28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ja-JP" sz="2800" b="1" i="1" dirty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ja-JP" sz="28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D57DB578-83EB-7B16-CC97-F5B269966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1128" y="4506732"/>
                <a:ext cx="2226186" cy="523220"/>
              </a:xfrm>
              <a:prstGeom prst="rect">
                <a:avLst/>
              </a:prstGeom>
              <a:blipFill>
                <a:blip r:embed="rId2"/>
                <a:stretch>
                  <a:fillRect t="-11905" r="-6818" b="-309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912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9A2E9-C7F4-7123-DA71-A37F240F2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91A7BDFF-BD3C-1876-7555-9126C4513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713786"/>
              </p:ext>
            </p:extLst>
          </p:nvPr>
        </p:nvGraphicFramePr>
        <p:xfrm>
          <a:off x="2032000" y="292556"/>
          <a:ext cx="5276190" cy="22284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5238">
                  <a:extLst>
                    <a:ext uri="{9D8B030D-6E8A-4147-A177-3AD203B41FA5}">
                      <a16:colId xmlns:a16="http://schemas.microsoft.com/office/drawing/2014/main" val="2741651066"/>
                    </a:ext>
                  </a:extLst>
                </a:gridCol>
                <a:gridCol w="1055238">
                  <a:extLst>
                    <a:ext uri="{9D8B030D-6E8A-4147-A177-3AD203B41FA5}">
                      <a16:colId xmlns:a16="http://schemas.microsoft.com/office/drawing/2014/main" val="1865095150"/>
                    </a:ext>
                  </a:extLst>
                </a:gridCol>
                <a:gridCol w="1055238">
                  <a:extLst>
                    <a:ext uri="{9D8B030D-6E8A-4147-A177-3AD203B41FA5}">
                      <a16:colId xmlns:a16="http://schemas.microsoft.com/office/drawing/2014/main" val="1372891102"/>
                    </a:ext>
                  </a:extLst>
                </a:gridCol>
                <a:gridCol w="1055238">
                  <a:extLst>
                    <a:ext uri="{9D8B030D-6E8A-4147-A177-3AD203B41FA5}">
                      <a16:colId xmlns:a16="http://schemas.microsoft.com/office/drawing/2014/main" val="1720492644"/>
                    </a:ext>
                  </a:extLst>
                </a:gridCol>
                <a:gridCol w="1055238">
                  <a:extLst>
                    <a:ext uri="{9D8B030D-6E8A-4147-A177-3AD203B41FA5}">
                      <a16:colId xmlns:a16="http://schemas.microsoft.com/office/drawing/2014/main" val="1429596059"/>
                    </a:ext>
                  </a:extLst>
                </a:gridCol>
              </a:tblGrid>
              <a:tr h="754312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        BC A</a:t>
                      </a:r>
                      <a:endParaRPr kumimoji="1" lang="ja-JP" altLang="en-US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00</a:t>
                      </a:r>
                      <a:endParaRPr kumimoji="1" lang="ja-JP" altLang="en-US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01</a:t>
                      </a:r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11</a:t>
                      </a:r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</a:t>
                      </a:r>
                      <a:endParaRPr kumimoji="1" lang="ja-JP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3329725"/>
                  </a:ext>
                </a:extLst>
              </a:tr>
              <a:tr h="7370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</a:t>
                      </a:r>
                      <a:endParaRPr kumimoji="1" lang="ja-JP" altLang="en-US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b="1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847811"/>
                  </a:ext>
                </a:extLst>
              </a:tr>
              <a:tr h="7370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</a:t>
                      </a:r>
                      <a:endParaRPr kumimoji="1" lang="ja-JP" altLang="en-US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b="1" dirty="0"/>
                        <a:t>＊</a:t>
                      </a:r>
                      <a:endParaRPr kumimoji="1" lang="ja-JP" altLang="en-US" b="1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74719"/>
                  </a:ext>
                </a:extLst>
              </a:tr>
            </a:tbl>
          </a:graphicData>
        </a:graphic>
      </p:graphicFrame>
      <p:sp>
        <p:nvSpPr>
          <p:cNvPr id="2" name="角丸四角形 1">
            <a:extLst>
              <a:ext uri="{FF2B5EF4-FFF2-40B4-BE49-F238E27FC236}">
                <a16:creationId xmlns:a16="http://schemas.microsoft.com/office/drawing/2014/main" id="{CF1DC60C-866B-D651-4C3B-34BE644F43D0}"/>
              </a:ext>
            </a:extLst>
          </p:cNvPr>
          <p:cNvSpPr/>
          <p:nvPr/>
        </p:nvSpPr>
        <p:spPr>
          <a:xfrm>
            <a:off x="5206125" y="1040524"/>
            <a:ext cx="2091558" cy="149246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343EC55D-18B8-4FA0-C43A-D2A0D4CF905F}"/>
              </a:ext>
            </a:extLst>
          </p:cNvPr>
          <p:cNvSpPr/>
          <p:nvPr/>
        </p:nvSpPr>
        <p:spPr>
          <a:xfrm>
            <a:off x="3090041" y="1797269"/>
            <a:ext cx="4207642" cy="723773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BE632BC-358C-93BF-EF02-79C02F72052A}"/>
                  </a:ext>
                </a:extLst>
              </p:cNvPr>
              <p:cNvSpPr txBox="1"/>
              <p:nvPr/>
            </p:nvSpPr>
            <p:spPr>
              <a:xfrm>
                <a:off x="4827749" y="2615636"/>
                <a:ext cx="12114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kumimoji="1" lang="en-US" altLang="ja-JP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BE632BC-358C-93BF-EF02-79C02F720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7749" y="2615636"/>
                <a:ext cx="121142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7469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E5656-DD5F-D58E-536E-70868E551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000B8EEC-D98B-C7A0-5DE7-7AC5FF3B2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125283"/>
              </p:ext>
            </p:extLst>
          </p:nvPr>
        </p:nvGraphicFramePr>
        <p:xfrm>
          <a:off x="2578538" y="1119352"/>
          <a:ext cx="6744140" cy="37026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8828">
                  <a:extLst>
                    <a:ext uri="{9D8B030D-6E8A-4147-A177-3AD203B41FA5}">
                      <a16:colId xmlns:a16="http://schemas.microsoft.com/office/drawing/2014/main" val="2741651066"/>
                    </a:ext>
                  </a:extLst>
                </a:gridCol>
                <a:gridCol w="1348828">
                  <a:extLst>
                    <a:ext uri="{9D8B030D-6E8A-4147-A177-3AD203B41FA5}">
                      <a16:colId xmlns:a16="http://schemas.microsoft.com/office/drawing/2014/main" val="1865095150"/>
                    </a:ext>
                  </a:extLst>
                </a:gridCol>
                <a:gridCol w="1348828">
                  <a:extLst>
                    <a:ext uri="{9D8B030D-6E8A-4147-A177-3AD203B41FA5}">
                      <a16:colId xmlns:a16="http://schemas.microsoft.com/office/drawing/2014/main" val="1372891102"/>
                    </a:ext>
                  </a:extLst>
                </a:gridCol>
                <a:gridCol w="1348828">
                  <a:extLst>
                    <a:ext uri="{9D8B030D-6E8A-4147-A177-3AD203B41FA5}">
                      <a16:colId xmlns:a16="http://schemas.microsoft.com/office/drawing/2014/main" val="1720492644"/>
                    </a:ext>
                  </a:extLst>
                </a:gridCol>
                <a:gridCol w="1348828">
                  <a:extLst>
                    <a:ext uri="{9D8B030D-6E8A-4147-A177-3AD203B41FA5}">
                      <a16:colId xmlns:a16="http://schemas.microsoft.com/office/drawing/2014/main" val="1429596059"/>
                    </a:ext>
                  </a:extLst>
                </a:gridCol>
              </a:tblGrid>
              <a:tr h="754312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            CD AB</a:t>
                      </a:r>
                      <a:endParaRPr kumimoji="1" lang="ja-JP" altLang="en-US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00</a:t>
                      </a:r>
                      <a:endParaRPr kumimoji="1" lang="ja-JP" altLang="en-US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01</a:t>
                      </a:r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11</a:t>
                      </a:r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</a:t>
                      </a:r>
                      <a:endParaRPr kumimoji="1" lang="ja-JP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3329725"/>
                  </a:ext>
                </a:extLst>
              </a:tr>
              <a:tr h="7370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00</a:t>
                      </a:r>
                      <a:endParaRPr kumimoji="1" lang="ja-JP" altLang="en-US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b="1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847811"/>
                  </a:ext>
                </a:extLst>
              </a:tr>
              <a:tr h="7370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01</a:t>
                      </a:r>
                      <a:endParaRPr kumimoji="1" lang="ja-JP" altLang="en-US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b="1"/>
                        <a:t>＊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74719"/>
                  </a:ext>
                </a:extLst>
              </a:tr>
              <a:tr h="7370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11</a:t>
                      </a:r>
                      <a:endParaRPr kumimoji="1" lang="ja-JP" altLang="en-US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b="1"/>
                        <a:t>＊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1057239"/>
                  </a:ext>
                </a:extLst>
              </a:tr>
              <a:tr h="7370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</a:t>
                      </a:r>
                      <a:endParaRPr kumimoji="1" lang="ja-JP" altLang="en-US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b="1"/>
                        <a:t>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5355495"/>
                  </a:ext>
                </a:extLst>
              </a:tr>
            </a:tbl>
          </a:graphicData>
        </a:graphic>
      </p:graphicFrame>
      <p:sp>
        <p:nvSpPr>
          <p:cNvPr id="2" name="角丸四角形 1">
            <a:extLst>
              <a:ext uri="{FF2B5EF4-FFF2-40B4-BE49-F238E27FC236}">
                <a16:creationId xmlns:a16="http://schemas.microsoft.com/office/drawing/2014/main" id="{918D2199-DAFB-74F1-C9E6-2957E3E1E3FA}"/>
              </a:ext>
            </a:extLst>
          </p:cNvPr>
          <p:cNvSpPr/>
          <p:nvPr/>
        </p:nvSpPr>
        <p:spPr>
          <a:xfrm>
            <a:off x="3923862" y="2596055"/>
            <a:ext cx="5398816" cy="149246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36633BBE-959C-FF7A-CC9E-AB73FCC49F41}"/>
              </a:ext>
            </a:extLst>
          </p:cNvPr>
          <p:cNvSpPr/>
          <p:nvPr/>
        </p:nvSpPr>
        <p:spPr>
          <a:xfrm>
            <a:off x="6653048" y="1873077"/>
            <a:ext cx="1303283" cy="1492469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0E46F765-E484-6CD8-FD39-514389920524}"/>
                  </a:ext>
                </a:extLst>
              </p:cNvPr>
              <p:cNvSpPr txBox="1"/>
              <p:nvPr/>
            </p:nvSpPr>
            <p:spPr>
              <a:xfrm>
                <a:off x="5738160" y="4915822"/>
                <a:ext cx="222778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kumimoji="1" lang="en-US" altLang="ja-JP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kumimoji="1" lang="en-US" altLang="ja-JP" sz="2800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2800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  <m:r>
                        <a:rPr lang="en-US" altLang="ja-JP" sz="2800" b="1" i="1" dirty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ja-JP" sz="28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US" altLang="ja-JP" sz="2800" b="1" i="1" dirty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ja-JP" sz="28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0E46F765-E484-6CD8-FD39-514389920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8160" y="4915822"/>
                <a:ext cx="2227789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8698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 3">
                <a:extLst>
                  <a:ext uri="{FF2B5EF4-FFF2-40B4-BE49-F238E27FC236}">
                    <a16:creationId xmlns:a16="http://schemas.microsoft.com/office/drawing/2014/main" id="{988C721C-41C5-C9C9-53AA-5A6901BE44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5716488"/>
                  </p:ext>
                </p:extLst>
              </p:nvPr>
            </p:nvGraphicFramePr>
            <p:xfrm>
              <a:off x="2000470" y="292556"/>
              <a:ext cx="7238125" cy="41797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7625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1429596059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327818860"/>
                        </a:ext>
                      </a:extLst>
                    </a:gridCol>
                  </a:tblGrid>
                  <a:tr h="6008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グループ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最小項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2</a:t>
                          </a:r>
                          <a:r>
                            <a:rPr kumimoji="1" lang="ja-JP" altLang="en-US"/>
                            <a:t>進数表示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3329725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010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01-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-10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highlight>
                                <a:srgbClr val="FFFF00"/>
                              </a:highlight>
                            </a:rPr>
                            <a:t>-1-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highlight>
                                <a:srgbClr val="FFFF00"/>
                              </a:highlight>
                            </a:rPr>
                            <a:t>-1-</a:t>
                          </a:r>
                          <a:endParaRPr kumimoji="1" lang="ja-JP" altLang="en-US" b="1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6847811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2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kumimoji="1" lang="en-US" altLang="ja-JP" b="1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kumimoji="1" lang="en-US" altLang="ja-JP" b="1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011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101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-11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highlight>
                                <a:srgbClr val="FFFF00"/>
                              </a:highlight>
                            </a:rPr>
                            <a:t>1-1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11-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3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111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 3">
                <a:extLst>
                  <a:ext uri="{FF2B5EF4-FFF2-40B4-BE49-F238E27FC236}">
                    <a16:creationId xmlns:a16="http://schemas.microsoft.com/office/drawing/2014/main" id="{988C721C-41C5-C9C9-53AA-5A6901BE44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5716488"/>
                  </p:ext>
                </p:extLst>
              </p:nvPr>
            </p:nvGraphicFramePr>
            <p:xfrm>
              <a:off x="2000470" y="292556"/>
              <a:ext cx="7238125" cy="41797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7625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1429596059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327818860"/>
                        </a:ext>
                      </a:extLst>
                    </a:gridCol>
                  </a:tblGrid>
                  <a:tr h="6008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グループ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最小項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2</a:t>
                          </a:r>
                          <a:r>
                            <a:rPr kumimoji="1" lang="ja-JP" altLang="en-US"/>
                            <a:t>進数表示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3329725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877" t="-50526" r="-30263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010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01-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-10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highlight>
                                <a:srgbClr val="FFFF00"/>
                              </a:highlight>
                            </a:rPr>
                            <a:t>-1-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highlight>
                                <a:srgbClr val="FFFF00"/>
                              </a:highlight>
                            </a:rPr>
                            <a:t>-1-</a:t>
                          </a:r>
                          <a:endParaRPr kumimoji="1" lang="ja-JP" altLang="en-US" b="1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6847811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2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877" t="-152128" r="-302632" b="-10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011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101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-11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highlight>
                                <a:srgbClr val="FFFF00"/>
                              </a:highlight>
                            </a:rPr>
                            <a:t>1-1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11-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3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877" t="-252128" r="-302632" b="-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111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B5CD3487-DF3B-51DA-F184-96AB680D430B}"/>
              </a:ext>
            </a:extLst>
          </p:cNvPr>
          <p:cNvCxnSpPr/>
          <p:nvPr/>
        </p:nvCxnSpPr>
        <p:spPr>
          <a:xfrm flipV="1">
            <a:off x="5896303" y="1334814"/>
            <a:ext cx="882869" cy="136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DCE35A74-6D69-6148-531C-06595C50AAAA}"/>
              </a:ext>
            </a:extLst>
          </p:cNvPr>
          <p:cNvCxnSpPr>
            <a:cxnSpLocks/>
          </p:cNvCxnSpPr>
          <p:nvPr/>
        </p:nvCxnSpPr>
        <p:spPr>
          <a:xfrm>
            <a:off x="5896303" y="1487214"/>
            <a:ext cx="882869" cy="1418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628696C6-7F1E-971C-29DC-8F99BCD940D9}"/>
              </a:ext>
            </a:extLst>
          </p:cNvPr>
          <p:cNvCxnSpPr>
            <a:cxnSpLocks/>
          </p:cNvCxnSpPr>
          <p:nvPr/>
        </p:nvCxnSpPr>
        <p:spPr>
          <a:xfrm flipV="1">
            <a:off x="5896303" y="1334814"/>
            <a:ext cx="882869" cy="10615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B7E57508-2797-70E4-EDF7-CD0C720ED977}"/>
              </a:ext>
            </a:extLst>
          </p:cNvPr>
          <p:cNvCxnSpPr>
            <a:cxnSpLocks/>
          </p:cNvCxnSpPr>
          <p:nvPr/>
        </p:nvCxnSpPr>
        <p:spPr>
          <a:xfrm flipV="1">
            <a:off x="5896303" y="1623848"/>
            <a:ext cx="882869" cy="1340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A46C8F57-E4DB-1019-B242-77C5648DCA20}"/>
              </a:ext>
            </a:extLst>
          </p:cNvPr>
          <p:cNvCxnSpPr>
            <a:cxnSpLocks/>
          </p:cNvCxnSpPr>
          <p:nvPr/>
        </p:nvCxnSpPr>
        <p:spPr>
          <a:xfrm>
            <a:off x="5896303" y="2690648"/>
            <a:ext cx="8828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E45DB2BB-9194-1DCF-9FAC-59BCB38BB4D9}"/>
              </a:ext>
            </a:extLst>
          </p:cNvPr>
          <p:cNvCxnSpPr>
            <a:cxnSpLocks/>
          </p:cNvCxnSpPr>
          <p:nvPr/>
        </p:nvCxnSpPr>
        <p:spPr>
          <a:xfrm flipV="1">
            <a:off x="5896303" y="2690648"/>
            <a:ext cx="882869" cy="1203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23FAF0E1-D873-A6BD-F5AB-9556C336016B}"/>
              </a:ext>
            </a:extLst>
          </p:cNvPr>
          <p:cNvCxnSpPr>
            <a:cxnSpLocks/>
          </p:cNvCxnSpPr>
          <p:nvPr/>
        </p:nvCxnSpPr>
        <p:spPr>
          <a:xfrm>
            <a:off x="5896303" y="2396359"/>
            <a:ext cx="882869" cy="15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4B31EA48-D016-7AEA-A5B4-A52C63191CF7}"/>
              </a:ext>
            </a:extLst>
          </p:cNvPr>
          <p:cNvCxnSpPr>
            <a:cxnSpLocks/>
          </p:cNvCxnSpPr>
          <p:nvPr/>
        </p:nvCxnSpPr>
        <p:spPr>
          <a:xfrm flipV="1">
            <a:off x="5896303" y="2412125"/>
            <a:ext cx="882869" cy="1481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B76C7B41-6474-59FA-9AEC-407403787909}"/>
              </a:ext>
            </a:extLst>
          </p:cNvPr>
          <p:cNvCxnSpPr>
            <a:cxnSpLocks/>
          </p:cNvCxnSpPr>
          <p:nvPr/>
        </p:nvCxnSpPr>
        <p:spPr>
          <a:xfrm flipV="1">
            <a:off x="5896303" y="2963917"/>
            <a:ext cx="882869" cy="15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868F75D9-BF68-5584-47A5-83E805686BED}"/>
              </a:ext>
            </a:extLst>
          </p:cNvPr>
          <p:cNvCxnSpPr>
            <a:cxnSpLocks/>
          </p:cNvCxnSpPr>
          <p:nvPr/>
        </p:nvCxnSpPr>
        <p:spPr>
          <a:xfrm flipV="1">
            <a:off x="5896303" y="2963917"/>
            <a:ext cx="882869" cy="945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EEBD078E-C2E8-3DBE-A71A-7DC99D020580}"/>
              </a:ext>
            </a:extLst>
          </p:cNvPr>
          <p:cNvCxnSpPr>
            <a:cxnSpLocks/>
          </p:cNvCxnSpPr>
          <p:nvPr/>
        </p:nvCxnSpPr>
        <p:spPr>
          <a:xfrm>
            <a:off x="7378262" y="1361089"/>
            <a:ext cx="8828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30BD9B06-5C49-4ED6-34E3-1097B2F3C721}"/>
              </a:ext>
            </a:extLst>
          </p:cNvPr>
          <p:cNvCxnSpPr>
            <a:cxnSpLocks/>
          </p:cNvCxnSpPr>
          <p:nvPr/>
        </p:nvCxnSpPr>
        <p:spPr>
          <a:xfrm flipV="1">
            <a:off x="7378262" y="1361089"/>
            <a:ext cx="882869" cy="1602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1CFD247C-BD21-9660-C7EE-02177FDB0046}"/>
              </a:ext>
            </a:extLst>
          </p:cNvPr>
          <p:cNvCxnSpPr>
            <a:cxnSpLocks/>
          </p:cNvCxnSpPr>
          <p:nvPr/>
        </p:nvCxnSpPr>
        <p:spPr>
          <a:xfrm>
            <a:off x="7378262" y="1623848"/>
            <a:ext cx="8828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8FF40FE4-8918-1F06-2A5E-88AC70BED4A3}"/>
              </a:ext>
            </a:extLst>
          </p:cNvPr>
          <p:cNvCxnSpPr>
            <a:cxnSpLocks/>
          </p:cNvCxnSpPr>
          <p:nvPr/>
        </p:nvCxnSpPr>
        <p:spPr>
          <a:xfrm flipV="1">
            <a:off x="7378262" y="1623848"/>
            <a:ext cx="882869" cy="7725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3" name="表 52">
                <a:extLst>
                  <a:ext uri="{FF2B5EF4-FFF2-40B4-BE49-F238E27FC236}">
                    <a16:creationId xmlns:a16="http://schemas.microsoft.com/office/drawing/2014/main" id="{54F7D446-1597-5A90-AE5C-631BBE06B4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841887"/>
                  </p:ext>
                </p:extLst>
              </p:nvPr>
            </p:nvGraphicFramePr>
            <p:xfrm>
              <a:off x="2088055" y="4770508"/>
              <a:ext cx="7238124" cy="179493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06354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1206354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206354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  <a:gridCol w="1206354">
                      <a:extLst>
                        <a:ext uri="{9D8B030D-6E8A-4147-A177-3AD203B41FA5}">
                          <a16:colId xmlns:a16="http://schemas.microsoft.com/office/drawing/2014/main" val="1429596059"/>
                        </a:ext>
                      </a:extLst>
                    </a:gridCol>
                    <a:gridCol w="1206354">
                      <a:extLst>
                        <a:ext uri="{9D8B030D-6E8A-4147-A177-3AD203B41FA5}">
                          <a16:colId xmlns:a16="http://schemas.microsoft.com/office/drawing/2014/main" val="327818860"/>
                        </a:ext>
                      </a:extLst>
                    </a:gridCol>
                    <a:gridCol w="1206354">
                      <a:extLst>
                        <a:ext uri="{9D8B030D-6E8A-4147-A177-3AD203B41FA5}">
                          <a16:colId xmlns:a16="http://schemas.microsoft.com/office/drawing/2014/main" val="1524486501"/>
                        </a:ext>
                      </a:extLst>
                    </a:gridCol>
                  </a:tblGrid>
                  <a:tr h="330961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主項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最小項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3329725"/>
                      </a:ext>
                    </a:extLst>
                  </a:tr>
                  <a:tr h="476392">
                    <a:tc vMerge="1">
                      <a:txBody>
                        <a:bodyPr/>
                        <a:lstStyle/>
                        <a:p>
                          <a:pPr algn="ctr"/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kumimoji="1" lang="ja-JP" altLang="en-US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6847811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3" name="表 52">
                <a:extLst>
                  <a:ext uri="{FF2B5EF4-FFF2-40B4-BE49-F238E27FC236}">
                    <a16:creationId xmlns:a16="http://schemas.microsoft.com/office/drawing/2014/main" id="{54F7D446-1597-5A90-AE5C-631BBE06B4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841887"/>
                  </p:ext>
                </p:extLst>
              </p:nvPr>
            </p:nvGraphicFramePr>
            <p:xfrm>
              <a:off x="2088055" y="4770508"/>
              <a:ext cx="7238124" cy="179493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06354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1206354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206354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  <a:gridCol w="1206354">
                      <a:extLst>
                        <a:ext uri="{9D8B030D-6E8A-4147-A177-3AD203B41FA5}">
                          <a16:colId xmlns:a16="http://schemas.microsoft.com/office/drawing/2014/main" val="1429596059"/>
                        </a:ext>
                      </a:extLst>
                    </a:gridCol>
                    <a:gridCol w="1206354">
                      <a:extLst>
                        <a:ext uri="{9D8B030D-6E8A-4147-A177-3AD203B41FA5}">
                          <a16:colId xmlns:a16="http://schemas.microsoft.com/office/drawing/2014/main" val="327818860"/>
                        </a:ext>
                      </a:extLst>
                    </a:gridCol>
                    <a:gridCol w="1206354">
                      <a:extLst>
                        <a:ext uri="{9D8B030D-6E8A-4147-A177-3AD203B41FA5}">
                          <a16:colId xmlns:a16="http://schemas.microsoft.com/office/drawing/2014/main" val="1524486501"/>
                        </a:ext>
                      </a:extLst>
                    </a:gridCol>
                  </a:tblGrid>
                  <a:tr h="36576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主項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最小項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3329725"/>
                      </a:ext>
                    </a:extLst>
                  </a:tr>
                  <a:tr h="476392">
                    <a:tc vMerge="1">
                      <a:txBody>
                        <a:bodyPr/>
                        <a:lstStyle/>
                        <a:p>
                          <a:pPr algn="ctr"/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2105" t="-81579" r="-403158" b="-2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000" t="-81579" r="-298958" b="-2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3158" t="-81579" r="-202105" b="-2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3158" t="-81579" r="-102105" b="-2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3158" t="-81579" r="-2105" b="-20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6847811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105" t="-186486" r="-503158" b="-1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105" t="-278947" r="-503158" b="-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66359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8A2228F4-7960-7EB3-5755-43E767661A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3894732"/>
                  </p:ext>
                </p:extLst>
              </p:nvPr>
            </p:nvGraphicFramePr>
            <p:xfrm>
              <a:off x="2000470" y="292556"/>
              <a:ext cx="7238125" cy="537269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7625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1429596059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327818860"/>
                        </a:ext>
                      </a:extLst>
                    </a:gridCol>
                  </a:tblGrid>
                  <a:tr h="6008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グループ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最小項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2</a:t>
                          </a:r>
                          <a:r>
                            <a:rPr kumimoji="1" lang="ja-JP" altLang="en-US"/>
                            <a:t>進数表示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3329725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6847811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2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kumimoji="1" lang="ja-JP" altLang="en-US" b="1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0101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0110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01-1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-101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011-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-110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highlight>
                                <a:srgbClr val="FFFF00"/>
                              </a:highlight>
                            </a:rPr>
                            <a:t>-1-1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highlight>
                                <a:srgbClr val="FFFF00"/>
                              </a:highlight>
                            </a:rPr>
                            <a:t>-1-1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highlight>
                                <a:srgbClr val="FFFF00"/>
                              </a:highlight>
                            </a:rPr>
                            <a:t>-11-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highlight>
                                <a:srgbClr val="FFFF00"/>
                              </a:highlight>
                            </a:rPr>
                            <a:t>-11-</a:t>
                          </a:r>
                          <a:endParaRPr kumimoji="1" lang="ja-JP" altLang="en-US" b="1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3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kumimoji="1" lang="en-US" altLang="ja-JP" b="1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kumimoji="1" lang="en-US" altLang="ja-JP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en-US" altLang="ja-JP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0111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1101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1110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-111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11-1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111-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4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1111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21878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8A2228F4-7960-7EB3-5755-43E767661A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3894732"/>
                  </p:ext>
                </p:extLst>
              </p:nvPr>
            </p:nvGraphicFramePr>
            <p:xfrm>
              <a:off x="2000470" y="292556"/>
              <a:ext cx="7238125" cy="537269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7625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1429596059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327818860"/>
                        </a:ext>
                      </a:extLst>
                    </a:gridCol>
                  </a:tblGrid>
                  <a:tr h="6008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グループ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最小項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2</a:t>
                          </a:r>
                          <a:r>
                            <a:rPr kumimoji="1" lang="ja-JP" altLang="en-US"/>
                            <a:t>進数表示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3329725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6847811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2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877" t="-152128" r="-302632" b="-20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0101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0110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01-1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-101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011-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-110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highlight>
                                <a:srgbClr val="FFFF00"/>
                              </a:highlight>
                            </a:rPr>
                            <a:t>-1-1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highlight>
                                <a:srgbClr val="FFFF00"/>
                              </a:highlight>
                            </a:rPr>
                            <a:t>-1-1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highlight>
                                <a:srgbClr val="FFFF00"/>
                              </a:highlight>
                            </a:rPr>
                            <a:t>-11-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highlight>
                                <a:srgbClr val="FFFF00"/>
                              </a:highlight>
                            </a:rPr>
                            <a:t>-11-</a:t>
                          </a:r>
                          <a:endParaRPr kumimoji="1" lang="ja-JP" altLang="en-US" b="1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3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877" t="-252128" r="-302632" b="-10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0111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1101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1110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-111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11-1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111-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4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877" t="-352128" r="-302632" b="-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1111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218785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A83BC3AF-CA32-5344-803E-45133921434C}"/>
              </a:ext>
            </a:extLst>
          </p:cNvPr>
          <p:cNvCxnSpPr>
            <a:cxnSpLocks/>
          </p:cNvCxnSpPr>
          <p:nvPr/>
        </p:nvCxnSpPr>
        <p:spPr>
          <a:xfrm>
            <a:off x="7420304" y="2264979"/>
            <a:ext cx="7777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35CE8F7A-6AE8-8FD4-01F7-5D90ECDBA0DB}"/>
              </a:ext>
            </a:extLst>
          </p:cNvPr>
          <p:cNvCxnSpPr>
            <a:cxnSpLocks/>
          </p:cNvCxnSpPr>
          <p:nvPr/>
        </p:nvCxnSpPr>
        <p:spPr>
          <a:xfrm flipV="1">
            <a:off x="7420304" y="2811517"/>
            <a:ext cx="777765" cy="1350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09109BD7-9FD1-FD99-F635-D66E81C077B9}"/>
              </a:ext>
            </a:extLst>
          </p:cNvPr>
          <p:cNvCxnSpPr>
            <a:cxnSpLocks/>
          </p:cNvCxnSpPr>
          <p:nvPr/>
        </p:nvCxnSpPr>
        <p:spPr>
          <a:xfrm flipV="1">
            <a:off x="7420304" y="2264979"/>
            <a:ext cx="777765" cy="15292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1FFAED87-9752-0585-B136-2BD707C489A0}"/>
              </a:ext>
            </a:extLst>
          </p:cNvPr>
          <p:cNvCxnSpPr>
            <a:cxnSpLocks/>
          </p:cNvCxnSpPr>
          <p:nvPr/>
        </p:nvCxnSpPr>
        <p:spPr>
          <a:xfrm flipV="1">
            <a:off x="7420304" y="2527738"/>
            <a:ext cx="777765" cy="1032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FD2AB2CB-9AF8-8C11-33B3-B761C4F4FCBB}"/>
              </a:ext>
            </a:extLst>
          </p:cNvPr>
          <p:cNvCxnSpPr>
            <a:cxnSpLocks/>
          </p:cNvCxnSpPr>
          <p:nvPr/>
        </p:nvCxnSpPr>
        <p:spPr>
          <a:xfrm>
            <a:off x="7420304" y="2527738"/>
            <a:ext cx="7777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5635E173-F64E-ED6A-75E7-FD01C789238E}"/>
              </a:ext>
            </a:extLst>
          </p:cNvPr>
          <p:cNvCxnSpPr>
            <a:cxnSpLocks/>
          </p:cNvCxnSpPr>
          <p:nvPr/>
        </p:nvCxnSpPr>
        <p:spPr>
          <a:xfrm>
            <a:off x="7420304" y="2811517"/>
            <a:ext cx="7777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C59766A2-B209-CDCF-3DCF-015F3ECC8C6D}"/>
              </a:ext>
            </a:extLst>
          </p:cNvPr>
          <p:cNvCxnSpPr>
            <a:cxnSpLocks/>
          </p:cNvCxnSpPr>
          <p:nvPr/>
        </p:nvCxnSpPr>
        <p:spPr>
          <a:xfrm>
            <a:off x="7420304" y="3084786"/>
            <a:ext cx="7777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0A372D97-110E-86A5-704C-55D4D9AD6251}"/>
              </a:ext>
            </a:extLst>
          </p:cNvPr>
          <p:cNvCxnSpPr>
            <a:cxnSpLocks/>
          </p:cNvCxnSpPr>
          <p:nvPr/>
        </p:nvCxnSpPr>
        <p:spPr>
          <a:xfrm flipV="1">
            <a:off x="7420304" y="3118946"/>
            <a:ext cx="777765" cy="4414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DB570B22-7C4F-2AC1-746C-FDA554F054D4}"/>
              </a:ext>
            </a:extLst>
          </p:cNvPr>
          <p:cNvCxnSpPr>
            <a:cxnSpLocks/>
          </p:cNvCxnSpPr>
          <p:nvPr/>
        </p:nvCxnSpPr>
        <p:spPr>
          <a:xfrm>
            <a:off x="5964621" y="2527738"/>
            <a:ext cx="7777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51120729-5785-5341-8C17-8ED935572D63}"/>
              </a:ext>
            </a:extLst>
          </p:cNvPr>
          <p:cNvCxnSpPr>
            <a:cxnSpLocks/>
          </p:cNvCxnSpPr>
          <p:nvPr/>
        </p:nvCxnSpPr>
        <p:spPr>
          <a:xfrm flipV="1">
            <a:off x="5964621" y="2264979"/>
            <a:ext cx="777765" cy="262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C10B4248-C965-C4E1-8C96-347250F9A4B4}"/>
              </a:ext>
            </a:extLst>
          </p:cNvPr>
          <p:cNvCxnSpPr>
            <a:cxnSpLocks/>
          </p:cNvCxnSpPr>
          <p:nvPr/>
        </p:nvCxnSpPr>
        <p:spPr>
          <a:xfrm>
            <a:off x="5964621" y="2811517"/>
            <a:ext cx="7777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31070C0B-F3C4-A059-3377-1BB75A8EF63F}"/>
              </a:ext>
            </a:extLst>
          </p:cNvPr>
          <p:cNvCxnSpPr>
            <a:cxnSpLocks/>
          </p:cNvCxnSpPr>
          <p:nvPr/>
        </p:nvCxnSpPr>
        <p:spPr>
          <a:xfrm>
            <a:off x="5964621" y="2811517"/>
            <a:ext cx="777765" cy="278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5EC410DD-338E-DCDF-D8B0-94CAFB463F86}"/>
              </a:ext>
            </a:extLst>
          </p:cNvPr>
          <p:cNvCxnSpPr>
            <a:cxnSpLocks/>
          </p:cNvCxnSpPr>
          <p:nvPr/>
        </p:nvCxnSpPr>
        <p:spPr>
          <a:xfrm>
            <a:off x="5964621" y="3578771"/>
            <a:ext cx="7777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6C0703A5-893C-A544-42D6-B3EC7E768F25}"/>
              </a:ext>
            </a:extLst>
          </p:cNvPr>
          <p:cNvCxnSpPr>
            <a:cxnSpLocks/>
          </p:cNvCxnSpPr>
          <p:nvPr/>
        </p:nvCxnSpPr>
        <p:spPr>
          <a:xfrm>
            <a:off x="5964621" y="3852040"/>
            <a:ext cx="7777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DC75518D-67C3-C608-5757-30CAE2F26197}"/>
              </a:ext>
            </a:extLst>
          </p:cNvPr>
          <p:cNvCxnSpPr>
            <a:cxnSpLocks/>
          </p:cNvCxnSpPr>
          <p:nvPr/>
        </p:nvCxnSpPr>
        <p:spPr>
          <a:xfrm>
            <a:off x="5964621" y="4146330"/>
            <a:ext cx="7777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5246B7F3-605F-3C8E-FFDF-9AC7C5368ABD}"/>
              </a:ext>
            </a:extLst>
          </p:cNvPr>
          <p:cNvCxnSpPr>
            <a:cxnSpLocks/>
          </p:cNvCxnSpPr>
          <p:nvPr/>
        </p:nvCxnSpPr>
        <p:spPr>
          <a:xfrm flipV="1">
            <a:off x="5964621" y="3084786"/>
            <a:ext cx="777765" cy="1077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D119E42D-7E8F-5473-EB9D-260D23CC9EDA}"/>
              </a:ext>
            </a:extLst>
          </p:cNvPr>
          <p:cNvCxnSpPr>
            <a:cxnSpLocks/>
          </p:cNvCxnSpPr>
          <p:nvPr/>
        </p:nvCxnSpPr>
        <p:spPr>
          <a:xfrm flipV="1">
            <a:off x="5964621" y="2811516"/>
            <a:ext cx="727842" cy="7672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9AD83042-D70D-BA47-95CD-4A6A90228E27}"/>
              </a:ext>
            </a:extLst>
          </p:cNvPr>
          <p:cNvCxnSpPr>
            <a:cxnSpLocks/>
          </p:cNvCxnSpPr>
          <p:nvPr/>
        </p:nvCxnSpPr>
        <p:spPr>
          <a:xfrm flipV="1">
            <a:off x="5964621" y="2538248"/>
            <a:ext cx="752803" cy="1313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EBA3529D-BA48-4F33-B6FA-68E9BFA3E47B}"/>
              </a:ext>
            </a:extLst>
          </p:cNvPr>
          <p:cNvCxnSpPr>
            <a:cxnSpLocks/>
          </p:cNvCxnSpPr>
          <p:nvPr/>
        </p:nvCxnSpPr>
        <p:spPr>
          <a:xfrm flipV="1">
            <a:off x="5964621" y="2291257"/>
            <a:ext cx="752803" cy="1287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B586E780-160C-5B64-E294-3CE96ADBA033}"/>
              </a:ext>
            </a:extLst>
          </p:cNvPr>
          <p:cNvCxnSpPr>
            <a:cxnSpLocks/>
          </p:cNvCxnSpPr>
          <p:nvPr/>
        </p:nvCxnSpPr>
        <p:spPr>
          <a:xfrm flipV="1">
            <a:off x="5964621" y="4146328"/>
            <a:ext cx="777765" cy="9406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680CC6E1-9390-2970-D244-198DC10FCAF6}"/>
              </a:ext>
            </a:extLst>
          </p:cNvPr>
          <p:cNvCxnSpPr>
            <a:cxnSpLocks/>
          </p:cNvCxnSpPr>
          <p:nvPr/>
        </p:nvCxnSpPr>
        <p:spPr>
          <a:xfrm flipV="1">
            <a:off x="5964621" y="3852039"/>
            <a:ext cx="752803" cy="1234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A2084DC2-69D0-7A40-3FCE-34C2FFADED2B}"/>
              </a:ext>
            </a:extLst>
          </p:cNvPr>
          <p:cNvCxnSpPr>
            <a:cxnSpLocks/>
          </p:cNvCxnSpPr>
          <p:nvPr/>
        </p:nvCxnSpPr>
        <p:spPr>
          <a:xfrm flipV="1">
            <a:off x="5964621" y="3578771"/>
            <a:ext cx="752803" cy="15082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1650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 3">
                <a:extLst>
                  <a:ext uri="{FF2B5EF4-FFF2-40B4-BE49-F238E27FC236}">
                    <a16:creationId xmlns:a16="http://schemas.microsoft.com/office/drawing/2014/main" id="{D1A731DC-FC7B-2403-A5E2-74D4954341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5415883"/>
                  </p:ext>
                </p:extLst>
              </p:nvPr>
            </p:nvGraphicFramePr>
            <p:xfrm>
              <a:off x="945932" y="1039335"/>
              <a:ext cx="10447283" cy="179493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92469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429596059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327818860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2790486098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524486501"/>
                        </a:ext>
                      </a:extLst>
                    </a:gridCol>
                  </a:tblGrid>
                  <a:tr h="330961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主項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最小項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3329725"/>
                      </a:ext>
                    </a:extLst>
                  </a:tr>
                  <a:tr h="476392">
                    <a:tc vMerge="1">
                      <a:txBody>
                        <a:bodyPr/>
                        <a:lstStyle/>
                        <a:p>
                          <a:pPr algn="ctr"/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kumimoji="1" lang="ja-JP" altLang="en-US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kumimoji="1" lang="ja-JP" altLang="en-US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kumimoji="1" lang="ja-JP" altLang="en-US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6847811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 3">
                <a:extLst>
                  <a:ext uri="{FF2B5EF4-FFF2-40B4-BE49-F238E27FC236}">
                    <a16:creationId xmlns:a16="http://schemas.microsoft.com/office/drawing/2014/main" id="{D1A731DC-FC7B-2403-A5E2-74D4954341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5415883"/>
                  </p:ext>
                </p:extLst>
              </p:nvPr>
            </p:nvGraphicFramePr>
            <p:xfrm>
              <a:off x="945932" y="1039335"/>
              <a:ext cx="10447283" cy="179493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92469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429596059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327818860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2790486098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524486501"/>
                        </a:ext>
                      </a:extLst>
                    </a:gridCol>
                  </a:tblGrid>
                  <a:tr h="36576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主項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最小項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3329725"/>
                      </a:ext>
                    </a:extLst>
                  </a:tr>
                  <a:tr h="476392">
                    <a:tc vMerge="1">
                      <a:txBody>
                        <a:bodyPr/>
                        <a:lstStyle/>
                        <a:p>
                          <a:pPr algn="ctr"/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2564" t="-81579" r="-505128" b="-2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847" t="-81579" r="-400847" b="-2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847" t="-81579" r="-300847" b="-2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847" t="-81579" r="-200847" b="-2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5128" t="-81579" r="-102564" b="-2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0000" t="-81579" r="-1695" b="-2105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6847811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2"/>
                          <a:stretch>
                            <a:fillRect l="-1695" t="-181579" r="-600000" b="-1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2"/>
                          <a:stretch>
                            <a:fillRect l="-1695" t="-281579" r="-600000" b="-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81571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EE649-03BF-A4B8-00A2-53C013F85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8AD7058C-A3D2-131E-E200-FC8B3F4F9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560003"/>
              </p:ext>
            </p:extLst>
          </p:nvPr>
        </p:nvGraphicFramePr>
        <p:xfrm>
          <a:off x="-269766" y="167233"/>
          <a:ext cx="4200635" cy="22284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40127">
                  <a:extLst>
                    <a:ext uri="{9D8B030D-6E8A-4147-A177-3AD203B41FA5}">
                      <a16:colId xmlns:a16="http://schemas.microsoft.com/office/drawing/2014/main" val="2741651066"/>
                    </a:ext>
                  </a:extLst>
                </a:gridCol>
                <a:gridCol w="840127">
                  <a:extLst>
                    <a:ext uri="{9D8B030D-6E8A-4147-A177-3AD203B41FA5}">
                      <a16:colId xmlns:a16="http://schemas.microsoft.com/office/drawing/2014/main" val="1865095150"/>
                    </a:ext>
                  </a:extLst>
                </a:gridCol>
                <a:gridCol w="840127">
                  <a:extLst>
                    <a:ext uri="{9D8B030D-6E8A-4147-A177-3AD203B41FA5}">
                      <a16:colId xmlns:a16="http://schemas.microsoft.com/office/drawing/2014/main" val="1372891102"/>
                    </a:ext>
                  </a:extLst>
                </a:gridCol>
                <a:gridCol w="840127">
                  <a:extLst>
                    <a:ext uri="{9D8B030D-6E8A-4147-A177-3AD203B41FA5}">
                      <a16:colId xmlns:a16="http://schemas.microsoft.com/office/drawing/2014/main" val="1720492644"/>
                    </a:ext>
                  </a:extLst>
                </a:gridCol>
                <a:gridCol w="840127">
                  <a:extLst>
                    <a:ext uri="{9D8B030D-6E8A-4147-A177-3AD203B41FA5}">
                      <a16:colId xmlns:a16="http://schemas.microsoft.com/office/drawing/2014/main" val="1429596059"/>
                    </a:ext>
                  </a:extLst>
                </a:gridCol>
              </a:tblGrid>
              <a:tr h="754312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        BC A</a:t>
                      </a:r>
                      <a:endParaRPr kumimoji="1" lang="ja-JP" altLang="en-US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00</a:t>
                      </a:r>
                      <a:endParaRPr kumimoji="1" lang="ja-JP" altLang="en-US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01</a:t>
                      </a:r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11</a:t>
                      </a:r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</a:t>
                      </a:r>
                      <a:endParaRPr kumimoji="1" lang="ja-JP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3329725"/>
                  </a:ext>
                </a:extLst>
              </a:tr>
              <a:tr h="7370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</a:t>
                      </a:r>
                      <a:endParaRPr kumimoji="1" lang="ja-JP" altLang="en-US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b="1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847811"/>
                  </a:ext>
                </a:extLst>
              </a:tr>
              <a:tr h="7370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</a:t>
                      </a:r>
                      <a:endParaRPr kumimoji="1" lang="ja-JP" altLang="en-US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b="1" dirty="0"/>
                        <a:t>＊</a:t>
                      </a:r>
                      <a:endParaRPr kumimoji="1" lang="ja-JP" altLang="en-US" b="1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7471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0BC46520-9A83-6EBD-0147-546B4B62F8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6801424"/>
                  </p:ext>
                </p:extLst>
              </p:nvPr>
            </p:nvGraphicFramePr>
            <p:xfrm>
              <a:off x="4249684" y="525772"/>
              <a:ext cx="7238125" cy="41797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7625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1429596059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327818860"/>
                        </a:ext>
                      </a:extLst>
                    </a:gridCol>
                  </a:tblGrid>
                  <a:tr h="6008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グループ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最小項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2</a:t>
                          </a:r>
                          <a:r>
                            <a:rPr kumimoji="1" lang="ja-JP" altLang="en-US"/>
                            <a:t>進数表示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3329725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en-US" altLang="ja-JP" b="1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en-US" altLang="ja-JP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010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  <a:endParaRPr kumimoji="1" lang="ja-JP" altLang="en-US" b="1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01-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-10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rgbClr val="FF0000"/>
                              </a:solidFill>
                            </a:rPr>
                            <a:t>10-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rgbClr val="FF0000"/>
                              </a:solidFill>
                            </a:rPr>
                            <a:t>1-0</a:t>
                          </a:r>
                          <a:endParaRPr kumimoji="1" lang="ja-JP" altLang="en-US" b="1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highlight>
                                <a:srgbClr val="FFFF00"/>
                              </a:highlight>
                            </a:rPr>
                            <a:t>-1-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highlight>
                                <a:srgbClr val="FFFF00"/>
                              </a:highlight>
                            </a:rPr>
                            <a:t>-1-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</a:rPr>
                            <a:t>1--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</a:rPr>
                            <a:t>1--</a:t>
                          </a:r>
                          <a:endParaRPr kumimoji="1" lang="ja-JP" altLang="en-US" b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6847811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2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kumimoji="1" lang="en-US" altLang="ja-JP" b="1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kumimoji="1" lang="en-US" altLang="ja-JP" b="1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011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101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-11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1-1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11-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3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111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0BC46520-9A83-6EBD-0147-546B4B62F8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6801424"/>
                  </p:ext>
                </p:extLst>
              </p:nvPr>
            </p:nvGraphicFramePr>
            <p:xfrm>
              <a:off x="4249684" y="525772"/>
              <a:ext cx="7238125" cy="41797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7625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1429596059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327818860"/>
                        </a:ext>
                      </a:extLst>
                    </a:gridCol>
                  </a:tblGrid>
                  <a:tr h="6008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グループ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最小項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2</a:t>
                          </a:r>
                          <a:r>
                            <a:rPr kumimoji="1" lang="ja-JP" altLang="en-US"/>
                            <a:t>進数表示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3329725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877" t="-50526" r="-30263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010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  <a:endParaRPr kumimoji="1" lang="ja-JP" altLang="en-US" b="1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01-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-10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rgbClr val="FF0000"/>
                              </a:solidFill>
                            </a:rPr>
                            <a:t>10-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rgbClr val="FF0000"/>
                              </a:solidFill>
                            </a:rPr>
                            <a:t>1-0</a:t>
                          </a:r>
                          <a:endParaRPr kumimoji="1" lang="ja-JP" altLang="en-US" b="1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highlight>
                                <a:srgbClr val="FFFF00"/>
                              </a:highlight>
                            </a:rPr>
                            <a:t>-1-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highlight>
                                <a:srgbClr val="FFFF00"/>
                              </a:highlight>
                            </a:rPr>
                            <a:t>-1-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</a:rPr>
                            <a:t>1--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</a:rPr>
                            <a:t>1--</a:t>
                          </a:r>
                          <a:endParaRPr kumimoji="1" lang="ja-JP" altLang="en-US" b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6847811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2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877" t="-152128" r="-302632" b="-10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011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101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-11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1-1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11-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3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877" t="-252128" r="-302632" b="-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111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A21DFDD3-293F-FDB9-5A5F-545F6BF97622}"/>
              </a:ext>
            </a:extLst>
          </p:cNvPr>
          <p:cNvCxnSpPr>
            <a:cxnSpLocks/>
          </p:cNvCxnSpPr>
          <p:nvPr/>
        </p:nvCxnSpPr>
        <p:spPr>
          <a:xfrm flipV="1">
            <a:off x="8145517" y="1271752"/>
            <a:ext cx="882869" cy="2962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AB275547-0A22-668A-333E-C56ACF511A62}"/>
              </a:ext>
            </a:extLst>
          </p:cNvPr>
          <p:cNvCxnSpPr>
            <a:cxnSpLocks/>
          </p:cNvCxnSpPr>
          <p:nvPr/>
        </p:nvCxnSpPr>
        <p:spPr>
          <a:xfrm>
            <a:off x="8145517" y="1594305"/>
            <a:ext cx="8828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0120846-AFA9-A2F3-66D2-A4B9DE8A1647}"/>
              </a:ext>
            </a:extLst>
          </p:cNvPr>
          <p:cNvCxnSpPr>
            <a:cxnSpLocks/>
          </p:cNvCxnSpPr>
          <p:nvPr/>
        </p:nvCxnSpPr>
        <p:spPr>
          <a:xfrm flipV="1">
            <a:off x="8145517" y="1271752"/>
            <a:ext cx="882869" cy="1357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B7EEFF9-D049-4144-7F6B-0661F5DB38E7}"/>
              </a:ext>
            </a:extLst>
          </p:cNvPr>
          <p:cNvCxnSpPr>
            <a:cxnSpLocks/>
          </p:cNvCxnSpPr>
          <p:nvPr/>
        </p:nvCxnSpPr>
        <p:spPr>
          <a:xfrm flipV="1">
            <a:off x="8145517" y="1594305"/>
            <a:ext cx="882869" cy="1602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47325CDB-2B00-F70E-07A8-7454A4159432}"/>
              </a:ext>
            </a:extLst>
          </p:cNvPr>
          <p:cNvCxnSpPr>
            <a:cxnSpLocks/>
          </p:cNvCxnSpPr>
          <p:nvPr/>
        </p:nvCxnSpPr>
        <p:spPr>
          <a:xfrm>
            <a:off x="8145517" y="2923864"/>
            <a:ext cx="8828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D396AFFC-F24B-887E-AC3A-DF0D7D90F8EC}"/>
              </a:ext>
            </a:extLst>
          </p:cNvPr>
          <p:cNvCxnSpPr>
            <a:cxnSpLocks/>
          </p:cNvCxnSpPr>
          <p:nvPr/>
        </p:nvCxnSpPr>
        <p:spPr>
          <a:xfrm flipV="1">
            <a:off x="8145517" y="2923864"/>
            <a:ext cx="882869" cy="1203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1032D3C5-121A-E3A2-479E-B48913607723}"/>
              </a:ext>
            </a:extLst>
          </p:cNvPr>
          <p:cNvCxnSpPr>
            <a:cxnSpLocks/>
          </p:cNvCxnSpPr>
          <p:nvPr/>
        </p:nvCxnSpPr>
        <p:spPr>
          <a:xfrm>
            <a:off x="8145517" y="2629575"/>
            <a:ext cx="882869" cy="15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244A124A-DF7F-0073-3CB7-3E9C9ECF5E15}"/>
              </a:ext>
            </a:extLst>
          </p:cNvPr>
          <p:cNvCxnSpPr>
            <a:cxnSpLocks/>
          </p:cNvCxnSpPr>
          <p:nvPr/>
        </p:nvCxnSpPr>
        <p:spPr>
          <a:xfrm flipV="1">
            <a:off x="8145517" y="2645341"/>
            <a:ext cx="882869" cy="1481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8F0B1C31-0F7B-9971-D9F3-84C25A841E1B}"/>
              </a:ext>
            </a:extLst>
          </p:cNvPr>
          <p:cNvCxnSpPr>
            <a:cxnSpLocks/>
          </p:cNvCxnSpPr>
          <p:nvPr/>
        </p:nvCxnSpPr>
        <p:spPr>
          <a:xfrm flipV="1">
            <a:off x="8145517" y="3197133"/>
            <a:ext cx="882869" cy="15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CAA37635-DC69-D75F-8FF5-175AE342DA24}"/>
              </a:ext>
            </a:extLst>
          </p:cNvPr>
          <p:cNvCxnSpPr>
            <a:cxnSpLocks/>
          </p:cNvCxnSpPr>
          <p:nvPr/>
        </p:nvCxnSpPr>
        <p:spPr>
          <a:xfrm flipV="1">
            <a:off x="8145517" y="3197133"/>
            <a:ext cx="882869" cy="945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D228A289-CAA6-B001-51A9-D7BDBA856540}"/>
              </a:ext>
            </a:extLst>
          </p:cNvPr>
          <p:cNvCxnSpPr>
            <a:cxnSpLocks/>
          </p:cNvCxnSpPr>
          <p:nvPr/>
        </p:nvCxnSpPr>
        <p:spPr>
          <a:xfrm>
            <a:off x="9627476" y="1303283"/>
            <a:ext cx="8828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D6F3CC0D-21FE-432F-0E0F-C89201AD0094}"/>
              </a:ext>
            </a:extLst>
          </p:cNvPr>
          <p:cNvCxnSpPr>
            <a:cxnSpLocks/>
          </p:cNvCxnSpPr>
          <p:nvPr/>
        </p:nvCxnSpPr>
        <p:spPr>
          <a:xfrm flipV="1">
            <a:off x="9627476" y="1303283"/>
            <a:ext cx="882869" cy="1893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7736AA58-5AE2-4D8A-8853-05A5D96A9C52}"/>
              </a:ext>
            </a:extLst>
          </p:cNvPr>
          <p:cNvCxnSpPr>
            <a:cxnSpLocks/>
          </p:cNvCxnSpPr>
          <p:nvPr/>
        </p:nvCxnSpPr>
        <p:spPr>
          <a:xfrm flipV="1">
            <a:off x="9627476" y="1594305"/>
            <a:ext cx="882869" cy="1035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389A0476-E9DD-9224-558A-1C1F4FA8D6DE}"/>
              </a:ext>
            </a:extLst>
          </p:cNvPr>
          <p:cNvCxnSpPr>
            <a:cxnSpLocks/>
          </p:cNvCxnSpPr>
          <p:nvPr/>
        </p:nvCxnSpPr>
        <p:spPr>
          <a:xfrm>
            <a:off x="8145517" y="1857064"/>
            <a:ext cx="8828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956797D5-4870-D09C-E32B-5CFD020EA0A9}"/>
              </a:ext>
            </a:extLst>
          </p:cNvPr>
          <p:cNvCxnSpPr>
            <a:cxnSpLocks/>
          </p:cNvCxnSpPr>
          <p:nvPr/>
        </p:nvCxnSpPr>
        <p:spPr>
          <a:xfrm>
            <a:off x="8145517" y="1857064"/>
            <a:ext cx="882869" cy="2962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7CFEEEA2-C5D2-4B21-7BBA-EE0B6FA709A4}"/>
              </a:ext>
            </a:extLst>
          </p:cNvPr>
          <p:cNvCxnSpPr>
            <a:cxnSpLocks/>
          </p:cNvCxnSpPr>
          <p:nvPr/>
        </p:nvCxnSpPr>
        <p:spPr>
          <a:xfrm flipV="1">
            <a:off x="8145517" y="1857064"/>
            <a:ext cx="882869" cy="1066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BE98EA4C-2DF1-088F-48D2-A5092CA4DA14}"/>
              </a:ext>
            </a:extLst>
          </p:cNvPr>
          <p:cNvCxnSpPr>
            <a:cxnSpLocks/>
          </p:cNvCxnSpPr>
          <p:nvPr/>
        </p:nvCxnSpPr>
        <p:spPr>
          <a:xfrm flipV="1">
            <a:off x="8145517" y="2130331"/>
            <a:ext cx="882869" cy="10668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1D563583-FB99-C5DA-E57A-B14E4A7B6652}"/>
              </a:ext>
            </a:extLst>
          </p:cNvPr>
          <p:cNvCxnSpPr>
            <a:cxnSpLocks/>
          </p:cNvCxnSpPr>
          <p:nvPr/>
        </p:nvCxnSpPr>
        <p:spPr>
          <a:xfrm flipV="1">
            <a:off x="9627476" y="1857064"/>
            <a:ext cx="882869" cy="1340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DD34E5C4-98AD-0D4A-6C02-4DF28BC00690}"/>
              </a:ext>
            </a:extLst>
          </p:cNvPr>
          <p:cNvCxnSpPr>
            <a:cxnSpLocks/>
          </p:cNvCxnSpPr>
          <p:nvPr/>
        </p:nvCxnSpPr>
        <p:spPr>
          <a:xfrm>
            <a:off x="9627476" y="1568030"/>
            <a:ext cx="8828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4F1880C4-306F-7CAC-00AF-9F7A566FE2E4}"/>
              </a:ext>
            </a:extLst>
          </p:cNvPr>
          <p:cNvCxnSpPr>
            <a:cxnSpLocks/>
          </p:cNvCxnSpPr>
          <p:nvPr/>
        </p:nvCxnSpPr>
        <p:spPr>
          <a:xfrm>
            <a:off x="9627476" y="1857064"/>
            <a:ext cx="8828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9CEB7E63-B3B1-D45C-502F-676C0326A153}"/>
              </a:ext>
            </a:extLst>
          </p:cNvPr>
          <p:cNvCxnSpPr>
            <a:cxnSpLocks/>
          </p:cNvCxnSpPr>
          <p:nvPr/>
        </p:nvCxnSpPr>
        <p:spPr>
          <a:xfrm>
            <a:off x="9627476" y="2111940"/>
            <a:ext cx="8828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7575B6CE-4475-F00F-960C-7F6C54A279A8}"/>
              </a:ext>
            </a:extLst>
          </p:cNvPr>
          <p:cNvCxnSpPr>
            <a:cxnSpLocks/>
          </p:cNvCxnSpPr>
          <p:nvPr/>
        </p:nvCxnSpPr>
        <p:spPr>
          <a:xfrm flipV="1">
            <a:off x="9627476" y="2119824"/>
            <a:ext cx="882869" cy="804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1" name="表 60">
                <a:extLst>
                  <a:ext uri="{FF2B5EF4-FFF2-40B4-BE49-F238E27FC236}">
                    <a16:creationId xmlns:a16="http://schemas.microsoft.com/office/drawing/2014/main" id="{8EBD2694-E0EE-669F-E5B0-66E6364796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0011954"/>
                  </p:ext>
                </p:extLst>
              </p:nvPr>
            </p:nvGraphicFramePr>
            <p:xfrm>
              <a:off x="907393" y="4895831"/>
              <a:ext cx="7238126" cy="179493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34018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1034018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034018">
                      <a:extLst>
                        <a:ext uri="{9D8B030D-6E8A-4147-A177-3AD203B41FA5}">
                          <a16:colId xmlns:a16="http://schemas.microsoft.com/office/drawing/2014/main" val="3020554967"/>
                        </a:ext>
                      </a:extLst>
                    </a:gridCol>
                    <a:gridCol w="1034018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  <a:gridCol w="1034018">
                      <a:extLst>
                        <a:ext uri="{9D8B030D-6E8A-4147-A177-3AD203B41FA5}">
                          <a16:colId xmlns:a16="http://schemas.microsoft.com/office/drawing/2014/main" val="1429596059"/>
                        </a:ext>
                      </a:extLst>
                    </a:gridCol>
                    <a:gridCol w="1034018">
                      <a:extLst>
                        <a:ext uri="{9D8B030D-6E8A-4147-A177-3AD203B41FA5}">
                          <a16:colId xmlns:a16="http://schemas.microsoft.com/office/drawing/2014/main" val="327818860"/>
                        </a:ext>
                      </a:extLst>
                    </a:gridCol>
                    <a:gridCol w="1034018">
                      <a:extLst>
                        <a:ext uri="{9D8B030D-6E8A-4147-A177-3AD203B41FA5}">
                          <a16:colId xmlns:a16="http://schemas.microsoft.com/office/drawing/2014/main" val="1524486501"/>
                        </a:ext>
                      </a:extLst>
                    </a:gridCol>
                  </a:tblGrid>
                  <a:tr h="330961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主項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最小項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3329725"/>
                      </a:ext>
                    </a:extLst>
                  </a:tr>
                  <a:tr h="476392">
                    <a:tc vMerge="1">
                      <a:txBody>
                        <a:bodyPr/>
                        <a:lstStyle/>
                        <a:p>
                          <a:pPr algn="ctr"/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en-US" altLang="ja-JP" b="1" dirty="0"/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kumimoji="1" lang="ja-JP" altLang="en-US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6847811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1" name="表 60">
                <a:extLst>
                  <a:ext uri="{FF2B5EF4-FFF2-40B4-BE49-F238E27FC236}">
                    <a16:creationId xmlns:a16="http://schemas.microsoft.com/office/drawing/2014/main" id="{8EBD2694-E0EE-669F-E5B0-66E6364796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0011954"/>
                  </p:ext>
                </p:extLst>
              </p:nvPr>
            </p:nvGraphicFramePr>
            <p:xfrm>
              <a:off x="907393" y="4895831"/>
              <a:ext cx="7238126" cy="179493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34018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1034018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034018">
                      <a:extLst>
                        <a:ext uri="{9D8B030D-6E8A-4147-A177-3AD203B41FA5}">
                          <a16:colId xmlns:a16="http://schemas.microsoft.com/office/drawing/2014/main" val="3020554967"/>
                        </a:ext>
                      </a:extLst>
                    </a:gridCol>
                    <a:gridCol w="1034018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  <a:gridCol w="1034018">
                      <a:extLst>
                        <a:ext uri="{9D8B030D-6E8A-4147-A177-3AD203B41FA5}">
                          <a16:colId xmlns:a16="http://schemas.microsoft.com/office/drawing/2014/main" val="1429596059"/>
                        </a:ext>
                      </a:extLst>
                    </a:gridCol>
                    <a:gridCol w="1034018">
                      <a:extLst>
                        <a:ext uri="{9D8B030D-6E8A-4147-A177-3AD203B41FA5}">
                          <a16:colId xmlns:a16="http://schemas.microsoft.com/office/drawing/2014/main" val="327818860"/>
                        </a:ext>
                      </a:extLst>
                    </a:gridCol>
                    <a:gridCol w="1034018">
                      <a:extLst>
                        <a:ext uri="{9D8B030D-6E8A-4147-A177-3AD203B41FA5}">
                          <a16:colId xmlns:a16="http://schemas.microsoft.com/office/drawing/2014/main" val="1524486501"/>
                        </a:ext>
                      </a:extLst>
                    </a:gridCol>
                  </a:tblGrid>
                  <a:tr h="36576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主項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最小項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3329725"/>
                      </a:ext>
                    </a:extLst>
                  </a:tr>
                  <a:tr h="476392">
                    <a:tc vMerge="1">
                      <a:txBody>
                        <a:bodyPr/>
                        <a:lstStyle/>
                        <a:p>
                          <a:pPr algn="ctr"/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3704" t="-81579" r="-506173" b="-2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220" t="-81579" r="-400000" b="-2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4938" t="-81579" r="-304938" b="-2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0000" t="-81579" r="-201220" b="-2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6173" t="-81579" r="-103704" b="-2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98780" t="-81579" r="-2439" b="-20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6847811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439" t="-186486" r="-598780" b="-1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439" t="-278947" r="-598780" b="-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83295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7DF5D-A800-DC9A-4621-F2167EDEC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27436A42-4D00-7AB9-778F-1D1DA4A09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554443"/>
              </p:ext>
            </p:extLst>
          </p:nvPr>
        </p:nvGraphicFramePr>
        <p:xfrm>
          <a:off x="-269766" y="167233"/>
          <a:ext cx="4200635" cy="22284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40127">
                  <a:extLst>
                    <a:ext uri="{9D8B030D-6E8A-4147-A177-3AD203B41FA5}">
                      <a16:colId xmlns:a16="http://schemas.microsoft.com/office/drawing/2014/main" val="2741651066"/>
                    </a:ext>
                  </a:extLst>
                </a:gridCol>
                <a:gridCol w="840127">
                  <a:extLst>
                    <a:ext uri="{9D8B030D-6E8A-4147-A177-3AD203B41FA5}">
                      <a16:colId xmlns:a16="http://schemas.microsoft.com/office/drawing/2014/main" val="1865095150"/>
                    </a:ext>
                  </a:extLst>
                </a:gridCol>
                <a:gridCol w="840127">
                  <a:extLst>
                    <a:ext uri="{9D8B030D-6E8A-4147-A177-3AD203B41FA5}">
                      <a16:colId xmlns:a16="http://schemas.microsoft.com/office/drawing/2014/main" val="1372891102"/>
                    </a:ext>
                  </a:extLst>
                </a:gridCol>
                <a:gridCol w="840127">
                  <a:extLst>
                    <a:ext uri="{9D8B030D-6E8A-4147-A177-3AD203B41FA5}">
                      <a16:colId xmlns:a16="http://schemas.microsoft.com/office/drawing/2014/main" val="1720492644"/>
                    </a:ext>
                  </a:extLst>
                </a:gridCol>
                <a:gridCol w="840127">
                  <a:extLst>
                    <a:ext uri="{9D8B030D-6E8A-4147-A177-3AD203B41FA5}">
                      <a16:colId xmlns:a16="http://schemas.microsoft.com/office/drawing/2014/main" val="1429596059"/>
                    </a:ext>
                  </a:extLst>
                </a:gridCol>
              </a:tblGrid>
              <a:tr h="754312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   BC</a:t>
                      </a:r>
                    </a:p>
                    <a:p>
                      <a:r>
                        <a:rPr kumimoji="1" lang="en-US" altLang="ja-JP" dirty="0"/>
                        <a:t>A</a:t>
                      </a:r>
                      <a:endParaRPr kumimoji="1" lang="ja-JP" altLang="en-US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00</a:t>
                      </a:r>
                      <a:endParaRPr kumimoji="1" lang="ja-JP" altLang="en-US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01</a:t>
                      </a:r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11</a:t>
                      </a:r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</a:t>
                      </a:r>
                      <a:endParaRPr kumimoji="1" lang="ja-JP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3329725"/>
                  </a:ext>
                </a:extLst>
              </a:tr>
              <a:tr h="7370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</a:t>
                      </a:r>
                      <a:endParaRPr kumimoji="1" lang="ja-JP" altLang="en-US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b="1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847811"/>
                  </a:ext>
                </a:extLst>
              </a:tr>
              <a:tr h="7370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</a:t>
                      </a:r>
                      <a:endParaRPr kumimoji="1" lang="ja-JP" altLang="en-US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b="1" dirty="0"/>
                        <a:t>＊</a:t>
                      </a:r>
                      <a:endParaRPr kumimoji="1" lang="ja-JP" altLang="en-US" b="1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/>
                        <a:t>1</a:t>
                      </a:r>
                      <a:endParaRPr kumimoji="1" lang="ja-JP" alt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7471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ACF95DF5-7211-4213-9ABB-5A64E9E1F6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9583909"/>
                  </p:ext>
                </p:extLst>
              </p:nvPr>
            </p:nvGraphicFramePr>
            <p:xfrm>
              <a:off x="4249684" y="525772"/>
              <a:ext cx="7238125" cy="41797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7625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1429596059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327818860"/>
                        </a:ext>
                      </a:extLst>
                    </a:gridCol>
                  </a:tblGrid>
                  <a:tr h="6008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グループ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最小項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2</a:t>
                          </a:r>
                          <a:r>
                            <a:rPr kumimoji="1" lang="ja-JP" altLang="en-US"/>
                            <a:t>進数表示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3329725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en-US" altLang="ja-JP" b="1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en-US" altLang="ja-JP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010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  <a:endParaRPr kumimoji="1" lang="ja-JP" altLang="en-US" b="1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altLang="ja-JP" b="1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highlight>
                                <a:srgbClr val="FFFF00"/>
                              </a:highlight>
                            </a:rPr>
                            <a:t>-10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tx1"/>
                              </a:solidFill>
                            </a:rPr>
                            <a:t>10-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tx1"/>
                              </a:solidFill>
                            </a:rPr>
                            <a:t>1-0</a:t>
                          </a:r>
                          <a:endParaRPr kumimoji="1" lang="ja-JP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altLang="ja-JP" b="1" dirty="0">
                            <a:highlight>
                              <a:srgbClr val="FFFF00"/>
                            </a:highlight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altLang="ja-JP" b="1" dirty="0">
                            <a:highlight>
                              <a:srgbClr val="FFFF00"/>
                            </a:highlight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</a:rPr>
                            <a:t>1--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</a:rPr>
                            <a:t>1--</a:t>
                          </a:r>
                          <a:endParaRPr kumimoji="1" lang="ja-JP" altLang="en-US" b="1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6847811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2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altLang="ja-JP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kumimoji="1" lang="en-US" altLang="ja-JP" b="1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altLang="ja-JP" b="1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101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altLang="ja-JP" b="1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1-1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11-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3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111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ACF95DF5-7211-4213-9ABB-5A64E9E1F6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9583909"/>
                  </p:ext>
                </p:extLst>
              </p:nvPr>
            </p:nvGraphicFramePr>
            <p:xfrm>
              <a:off x="4249684" y="525772"/>
              <a:ext cx="7238125" cy="41797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7625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1429596059"/>
                        </a:ext>
                      </a:extLst>
                    </a:gridCol>
                    <a:gridCol w="1447625">
                      <a:extLst>
                        <a:ext uri="{9D8B030D-6E8A-4147-A177-3AD203B41FA5}">
                          <a16:colId xmlns:a16="http://schemas.microsoft.com/office/drawing/2014/main" val="327818860"/>
                        </a:ext>
                      </a:extLst>
                    </a:gridCol>
                  </a:tblGrid>
                  <a:tr h="6008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グループ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最小項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2</a:t>
                          </a:r>
                          <a:r>
                            <a:rPr kumimoji="1" lang="ja-JP" altLang="en-US"/>
                            <a:t>進数表示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3329725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877" t="-50526" r="-30263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010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  <a:endParaRPr kumimoji="1" lang="ja-JP" altLang="en-US" b="1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altLang="ja-JP" b="1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highlight>
                                <a:srgbClr val="FFFF00"/>
                              </a:highlight>
                            </a:rPr>
                            <a:t>-10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tx1"/>
                              </a:solidFill>
                            </a:rPr>
                            <a:t>10-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tx1"/>
                              </a:solidFill>
                            </a:rPr>
                            <a:t>1-0</a:t>
                          </a:r>
                          <a:endParaRPr kumimoji="1" lang="ja-JP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altLang="ja-JP" b="1" dirty="0">
                            <a:highlight>
                              <a:srgbClr val="FFFF00"/>
                            </a:highlight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altLang="ja-JP" b="1" dirty="0">
                            <a:highlight>
                              <a:srgbClr val="FFFF00"/>
                            </a:highlight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</a:rPr>
                            <a:t>1--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</a:rPr>
                            <a:t>1--</a:t>
                          </a:r>
                          <a:endParaRPr kumimoji="1" lang="ja-JP" altLang="en-US" b="1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6847811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2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877" t="-152128" r="-302632" b="-10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altLang="ja-JP" b="1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101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altLang="ja-JP" b="1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1-1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11-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119296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r>
                            <a:rPr kumimoji="1" lang="ja-JP" altLang="en-US" b="1"/>
                            <a:t>が</a:t>
                          </a:r>
                          <a:r>
                            <a:rPr kumimoji="1" lang="en-US" altLang="ja-JP" b="1" dirty="0"/>
                            <a:t>3</a:t>
                          </a:r>
                          <a:r>
                            <a:rPr kumimoji="1" lang="ja-JP" altLang="en-US" b="1"/>
                            <a:t>つ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877" t="-252128" r="-302632" b="-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111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CB569A6F-30D8-1417-A7FF-A4D42D53AED5}"/>
              </a:ext>
            </a:extLst>
          </p:cNvPr>
          <p:cNvCxnSpPr>
            <a:cxnSpLocks/>
          </p:cNvCxnSpPr>
          <p:nvPr/>
        </p:nvCxnSpPr>
        <p:spPr>
          <a:xfrm>
            <a:off x="8145517" y="1594305"/>
            <a:ext cx="8828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4CC05AD4-9709-CB08-2906-72B6F5CCE821}"/>
              </a:ext>
            </a:extLst>
          </p:cNvPr>
          <p:cNvCxnSpPr>
            <a:cxnSpLocks/>
          </p:cNvCxnSpPr>
          <p:nvPr/>
        </p:nvCxnSpPr>
        <p:spPr>
          <a:xfrm flipV="1">
            <a:off x="8145517" y="1594305"/>
            <a:ext cx="882869" cy="1602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59195B89-8B5C-856F-CC02-F7101A39F095}"/>
              </a:ext>
            </a:extLst>
          </p:cNvPr>
          <p:cNvCxnSpPr>
            <a:cxnSpLocks/>
          </p:cNvCxnSpPr>
          <p:nvPr/>
        </p:nvCxnSpPr>
        <p:spPr>
          <a:xfrm>
            <a:off x="8145517" y="2923864"/>
            <a:ext cx="8828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4BC4B276-6CBB-3263-1DB9-9D86E8978FB9}"/>
              </a:ext>
            </a:extLst>
          </p:cNvPr>
          <p:cNvCxnSpPr>
            <a:cxnSpLocks/>
          </p:cNvCxnSpPr>
          <p:nvPr/>
        </p:nvCxnSpPr>
        <p:spPr>
          <a:xfrm flipV="1">
            <a:off x="8145517" y="2923864"/>
            <a:ext cx="882869" cy="1203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752FE80C-4624-F31C-AB93-CA5BB2444400}"/>
              </a:ext>
            </a:extLst>
          </p:cNvPr>
          <p:cNvCxnSpPr>
            <a:cxnSpLocks/>
          </p:cNvCxnSpPr>
          <p:nvPr/>
        </p:nvCxnSpPr>
        <p:spPr>
          <a:xfrm flipV="1">
            <a:off x="8145517" y="3197133"/>
            <a:ext cx="882869" cy="15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570B9BB2-31E6-07FC-457B-E079F4282176}"/>
              </a:ext>
            </a:extLst>
          </p:cNvPr>
          <p:cNvCxnSpPr>
            <a:cxnSpLocks/>
          </p:cNvCxnSpPr>
          <p:nvPr/>
        </p:nvCxnSpPr>
        <p:spPr>
          <a:xfrm flipV="1">
            <a:off x="8145517" y="3197133"/>
            <a:ext cx="882869" cy="945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D4DF978E-2EA9-4E9E-6D18-98181BACFCE0}"/>
              </a:ext>
            </a:extLst>
          </p:cNvPr>
          <p:cNvCxnSpPr>
            <a:cxnSpLocks/>
          </p:cNvCxnSpPr>
          <p:nvPr/>
        </p:nvCxnSpPr>
        <p:spPr>
          <a:xfrm>
            <a:off x="8145517" y="1857064"/>
            <a:ext cx="8828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8665CF09-7BEB-808C-5ECD-967A83CEAB81}"/>
              </a:ext>
            </a:extLst>
          </p:cNvPr>
          <p:cNvCxnSpPr>
            <a:cxnSpLocks/>
          </p:cNvCxnSpPr>
          <p:nvPr/>
        </p:nvCxnSpPr>
        <p:spPr>
          <a:xfrm>
            <a:off x="8145517" y="1857064"/>
            <a:ext cx="882869" cy="2962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5C77D293-87B0-CDCC-26BA-939CCD99F5A2}"/>
              </a:ext>
            </a:extLst>
          </p:cNvPr>
          <p:cNvCxnSpPr>
            <a:cxnSpLocks/>
          </p:cNvCxnSpPr>
          <p:nvPr/>
        </p:nvCxnSpPr>
        <p:spPr>
          <a:xfrm flipV="1">
            <a:off x="8145517" y="1857064"/>
            <a:ext cx="882869" cy="1066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047D9344-43C6-C4EE-BA74-FD6693F600BC}"/>
              </a:ext>
            </a:extLst>
          </p:cNvPr>
          <p:cNvCxnSpPr>
            <a:cxnSpLocks/>
          </p:cNvCxnSpPr>
          <p:nvPr/>
        </p:nvCxnSpPr>
        <p:spPr>
          <a:xfrm flipV="1">
            <a:off x="8145517" y="2130331"/>
            <a:ext cx="882869" cy="10668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D4DFF715-6728-BA32-EA88-E4A515C7B1BF}"/>
              </a:ext>
            </a:extLst>
          </p:cNvPr>
          <p:cNvCxnSpPr>
            <a:cxnSpLocks/>
          </p:cNvCxnSpPr>
          <p:nvPr/>
        </p:nvCxnSpPr>
        <p:spPr>
          <a:xfrm flipV="1">
            <a:off x="9627476" y="1857064"/>
            <a:ext cx="882869" cy="1340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2F51613E-C2FF-1888-9696-50DAB4B94973}"/>
              </a:ext>
            </a:extLst>
          </p:cNvPr>
          <p:cNvCxnSpPr>
            <a:cxnSpLocks/>
          </p:cNvCxnSpPr>
          <p:nvPr/>
        </p:nvCxnSpPr>
        <p:spPr>
          <a:xfrm>
            <a:off x="9627476" y="1857064"/>
            <a:ext cx="8828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908C5D7D-0321-3C95-6F32-CDE34FBBE03A}"/>
              </a:ext>
            </a:extLst>
          </p:cNvPr>
          <p:cNvCxnSpPr>
            <a:cxnSpLocks/>
          </p:cNvCxnSpPr>
          <p:nvPr/>
        </p:nvCxnSpPr>
        <p:spPr>
          <a:xfrm>
            <a:off x="9627476" y="2111940"/>
            <a:ext cx="8828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2C647DAB-43E6-6409-B06D-18B14E9E690C}"/>
              </a:ext>
            </a:extLst>
          </p:cNvPr>
          <p:cNvCxnSpPr>
            <a:cxnSpLocks/>
          </p:cNvCxnSpPr>
          <p:nvPr/>
        </p:nvCxnSpPr>
        <p:spPr>
          <a:xfrm flipV="1">
            <a:off x="9627476" y="2119824"/>
            <a:ext cx="882869" cy="804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1" name="表 60">
                <a:extLst>
                  <a:ext uri="{FF2B5EF4-FFF2-40B4-BE49-F238E27FC236}">
                    <a16:creationId xmlns:a16="http://schemas.microsoft.com/office/drawing/2014/main" id="{10F7625E-5882-23D3-1565-61EF6994D2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8587186"/>
                  </p:ext>
                </p:extLst>
              </p:nvPr>
            </p:nvGraphicFramePr>
            <p:xfrm>
              <a:off x="907393" y="4895831"/>
              <a:ext cx="6204108" cy="179493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34018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1034018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034018">
                      <a:extLst>
                        <a:ext uri="{9D8B030D-6E8A-4147-A177-3AD203B41FA5}">
                          <a16:colId xmlns:a16="http://schemas.microsoft.com/office/drawing/2014/main" val="3020554967"/>
                        </a:ext>
                      </a:extLst>
                    </a:gridCol>
                    <a:gridCol w="1034018">
                      <a:extLst>
                        <a:ext uri="{9D8B030D-6E8A-4147-A177-3AD203B41FA5}">
                          <a16:colId xmlns:a16="http://schemas.microsoft.com/office/drawing/2014/main" val="1429596059"/>
                        </a:ext>
                      </a:extLst>
                    </a:gridCol>
                    <a:gridCol w="1034018">
                      <a:extLst>
                        <a:ext uri="{9D8B030D-6E8A-4147-A177-3AD203B41FA5}">
                          <a16:colId xmlns:a16="http://schemas.microsoft.com/office/drawing/2014/main" val="327818860"/>
                        </a:ext>
                      </a:extLst>
                    </a:gridCol>
                    <a:gridCol w="1034018">
                      <a:extLst>
                        <a:ext uri="{9D8B030D-6E8A-4147-A177-3AD203B41FA5}">
                          <a16:colId xmlns:a16="http://schemas.microsoft.com/office/drawing/2014/main" val="1524486501"/>
                        </a:ext>
                      </a:extLst>
                    </a:gridCol>
                  </a:tblGrid>
                  <a:tr h="330961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主項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最小項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3329725"/>
                      </a:ext>
                    </a:extLst>
                  </a:tr>
                  <a:tr h="476392">
                    <a:tc vMerge="1">
                      <a:txBody>
                        <a:bodyPr/>
                        <a:lstStyle/>
                        <a:p>
                          <a:pPr algn="ctr"/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en-US" altLang="ja-JP" b="1" dirty="0"/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acc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kumimoji="1" lang="ja-JP" altLang="en-US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6847811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kumimoji="1" lang="ja-JP" alt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ja-JP" alt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1" name="表 60">
                <a:extLst>
                  <a:ext uri="{FF2B5EF4-FFF2-40B4-BE49-F238E27FC236}">
                    <a16:creationId xmlns:a16="http://schemas.microsoft.com/office/drawing/2014/main" id="{10F7625E-5882-23D3-1565-61EF6994D2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8587186"/>
                  </p:ext>
                </p:extLst>
              </p:nvPr>
            </p:nvGraphicFramePr>
            <p:xfrm>
              <a:off x="907393" y="4895831"/>
              <a:ext cx="6204108" cy="179493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34018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1034018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034018">
                      <a:extLst>
                        <a:ext uri="{9D8B030D-6E8A-4147-A177-3AD203B41FA5}">
                          <a16:colId xmlns:a16="http://schemas.microsoft.com/office/drawing/2014/main" val="3020554967"/>
                        </a:ext>
                      </a:extLst>
                    </a:gridCol>
                    <a:gridCol w="1034018">
                      <a:extLst>
                        <a:ext uri="{9D8B030D-6E8A-4147-A177-3AD203B41FA5}">
                          <a16:colId xmlns:a16="http://schemas.microsoft.com/office/drawing/2014/main" val="1429596059"/>
                        </a:ext>
                      </a:extLst>
                    </a:gridCol>
                    <a:gridCol w="1034018">
                      <a:extLst>
                        <a:ext uri="{9D8B030D-6E8A-4147-A177-3AD203B41FA5}">
                          <a16:colId xmlns:a16="http://schemas.microsoft.com/office/drawing/2014/main" val="327818860"/>
                        </a:ext>
                      </a:extLst>
                    </a:gridCol>
                    <a:gridCol w="1034018">
                      <a:extLst>
                        <a:ext uri="{9D8B030D-6E8A-4147-A177-3AD203B41FA5}">
                          <a16:colId xmlns:a16="http://schemas.microsoft.com/office/drawing/2014/main" val="1524486501"/>
                        </a:ext>
                      </a:extLst>
                    </a:gridCol>
                  </a:tblGrid>
                  <a:tr h="36576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主項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最小項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3329725"/>
                      </a:ext>
                    </a:extLst>
                  </a:tr>
                  <a:tr h="476392">
                    <a:tc vMerge="1">
                      <a:txBody>
                        <a:bodyPr/>
                        <a:lstStyle/>
                        <a:p>
                          <a:pPr algn="ctr"/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3704" t="-81579" r="-406173" b="-2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220" t="-81579" r="-301220" b="-2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4938" t="-81579" r="-204938" b="-2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0000" t="-81579" r="-102439" b="-2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6173" t="-81579" r="-3704" b="-20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6847811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439" t="-186486" r="-500000" b="-1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439" t="-278947" r="-500000" b="-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◎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20220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85493-D86D-C2AF-F6B4-24759FDE3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 3">
                <a:extLst>
                  <a:ext uri="{FF2B5EF4-FFF2-40B4-BE49-F238E27FC236}">
                    <a16:creationId xmlns:a16="http://schemas.microsoft.com/office/drawing/2014/main" id="{7AB3E9F5-18E0-2F88-15DF-E3374D404C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3550452"/>
                  </p:ext>
                </p:extLst>
              </p:nvPr>
            </p:nvGraphicFramePr>
            <p:xfrm>
              <a:off x="872358" y="443912"/>
              <a:ext cx="10447284" cy="274772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46235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746235">
                      <a:extLst>
                        <a:ext uri="{9D8B030D-6E8A-4147-A177-3AD203B41FA5}">
                          <a16:colId xmlns:a16="http://schemas.microsoft.com/office/drawing/2014/main" val="123241445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429596059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327818860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2790486098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524486501"/>
                        </a:ext>
                      </a:extLst>
                    </a:gridCol>
                  </a:tblGrid>
                  <a:tr h="330961">
                    <a:tc rowSpan="2" gridSpan="2"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現在の状態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入力</a:t>
                          </a:r>
                          <a:r>
                            <a:rPr kumimoji="1" lang="en-US" altLang="ja-JP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𝐈𝐧𝐩𝐮𝐭</m:t>
                              </m:r>
                              <m:r>
                                <a:rPr kumimoji="1" lang="en-US" altLang="ja-JP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kumimoji="1" lang="ja-JP" altLang="en-US"/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入力</a:t>
                          </a:r>
                          <a:r>
                            <a:rPr kumimoji="1" lang="en-US" altLang="ja-JP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𝐈𝐧𝐩𝐮𝐭</m:t>
                              </m:r>
                              <m:r>
                                <a:rPr kumimoji="1" lang="en-US" altLang="ja-JP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kumimoji="1" lang="ja-JP" altLang="en-US"/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3329725"/>
                      </a:ext>
                    </a:extLst>
                  </a:tr>
                  <a:tr h="476392">
                    <a:tc gridSpan="2" vMerge="1">
                      <a:txBody>
                        <a:bodyPr/>
                        <a:lstStyle/>
                        <a:p>
                          <a:pPr algn="ctr"/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>
                              <a:solidFill>
                                <a:schemeClr val="bg1"/>
                              </a:solidFill>
                            </a:rPr>
                            <a:t>次の状態</a:t>
                          </a:r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dirty="0"/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>
                              <a:solidFill>
                                <a:schemeClr val="bg1"/>
                              </a:solidFill>
                            </a:rPr>
                            <a:t>出力</a:t>
                          </a:r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>
                              <a:solidFill>
                                <a:schemeClr val="bg1"/>
                              </a:solidFill>
                            </a:rPr>
                            <a:t>次の状態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dirty="0"/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>
                              <a:solidFill>
                                <a:schemeClr val="bg1"/>
                              </a:solidFill>
                            </a:rPr>
                            <a:t>出力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6847811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1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1" smtClean="0">
                                        <a:solidFill>
                                          <a:schemeClr val="bg1"/>
                                        </a:solidFill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kumimoji="1" lang="en-US" altLang="ja-JP" b="1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</m:e>
                                  <m:sub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</m:e>
                                  <m:sub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b="1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𝐎𝐮𝐭𝐩𝐮𝐭</m:t>
                                </m:r>
                              </m:oMath>
                            </m:oMathPara>
                          </a14:m>
                          <a:endParaRPr kumimoji="1" lang="ja-JP" altLang="en-US" b="1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</m:e>
                                  <m:sub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b="1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</m:e>
                                  <m:sub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b="1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𝐎𝐮𝐭𝐩𝐮𝐭</m:t>
                                </m:r>
                              </m:oMath>
                            </m:oMathPara>
                          </a14:m>
                          <a:endParaRPr kumimoji="1" lang="ja-JP" altLang="en-US" b="1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3681973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271018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表 3">
                <a:extLst>
                  <a:ext uri="{FF2B5EF4-FFF2-40B4-BE49-F238E27FC236}">
                    <a16:creationId xmlns:a16="http://schemas.microsoft.com/office/drawing/2014/main" id="{7AB3E9F5-18E0-2F88-15DF-E3374D404C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3550452"/>
                  </p:ext>
                </p:extLst>
              </p:nvPr>
            </p:nvGraphicFramePr>
            <p:xfrm>
              <a:off x="872358" y="443912"/>
              <a:ext cx="10447284" cy="274772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46235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746235">
                      <a:extLst>
                        <a:ext uri="{9D8B030D-6E8A-4147-A177-3AD203B41FA5}">
                          <a16:colId xmlns:a16="http://schemas.microsoft.com/office/drawing/2014/main" val="123241445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429596059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327818860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2790486098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524486501"/>
                        </a:ext>
                      </a:extLst>
                    </a:gridCol>
                  </a:tblGrid>
                  <a:tr h="365760">
                    <a:tc rowSpan="2" gridSpan="2"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/>
                            <a:t>現在の状態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428" t="-6897" r="-100567" b="-66206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3428" t="-6897" r="-567" b="-66206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3329725"/>
                      </a:ext>
                    </a:extLst>
                  </a:tr>
                  <a:tr h="476392">
                    <a:tc gridSpan="2" vMerge="1">
                      <a:txBody>
                        <a:bodyPr/>
                        <a:lstStyle/>
                        <a:p>
                          <a:pPr algn="ctr"/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>
                              <a:solidFill>
                                <a:schemeClr val="bg1"/>
                              </a:solidFill>
                            </a:rPr>
                            <a:t>次の状態</a:t>
                          </a:r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dirty="0"/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>
                              <a:solidFill>
                                <a:schemeClr val="bg1"/>
                              </a:solidFill>
                            </a:rPr>
                            <a:t>出力</a:t>
                          </a:r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>
                              <a:solidFill>
                                <a:schemeClr val="bg1"/>
                              </a:solidFill>
                            </a:rPr>
                            <a:t>次の状態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dirty="0"/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>
                              <a:solidFill>
                                <a:schemeClr val="bg1"/>
                              </a:solidFill>
                            </a:rPr>
                            <a:t>出力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6847811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81579" r="-1300000" b="-3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81579" r="-1200000" b="-3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55" t="-181579" r="-505128" b="-3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153" t="-181579" r="-400847" b="-3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153" t="-181579" r="-300847" b="-3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153" t="-181579" r="-200847" b="-3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419" t="-181579" r="-102564" b="-3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305" t="-181579" r="-1695" b="-30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3681973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271018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表 1">
                <a:extLst>
                  <a:ext uri="{FF2B5EF4-FFF2-40B4-BE49-F238E27FC236}">
                    <a16:creationId xmlns:a16="http://schemas.microsoft.com/office/drawing/2014/main" id="{99A8038F-0CFE-324D-031B-0F3F27C88E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9053406"/>
                  </p:ext>
                </p:extLst>
              </p:nvPr>
            </p:nvGraphicFramePr>
            <p:xfrm>
              <a:off x="872358" y="3666369"/>
              <a:ext cx="4477408" cy="238196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46235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746235">
                      <a:extLst>
                        <a:ext uri="{9D8B030D-6E8A-4147-A177-3AD203B41FA5}">
                          <a16:colId xmlns:a16="http://schemas.microsoft.com/office/drawing/2014/main" val="123241445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</a:tblGrid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1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1" smtClean="0">
                                        <a:solidFill>
                                          <a:schemeClr val="bg1"/>
                                        </a:solidFill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kumimoji="1" lang="en-US" altLang="ja-JP" b="1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  <m:r>
                                  <a:rPr kumimoji="1" lang="en-US" altLang="ja-JP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  <m:r>
                                  <a:rPr kumimoji="1" lang="en-US" altLang="ja-JP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3681973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＊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＊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25278662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271018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表 1">
                <a:extLst>
                  <a:ext uri="{FF2B5EF4-FFF2-40B4-BE49-F238E27FC236}">
                    <a16:creationId xmlns:a16="http://schemas.microsoft.com/office/drawing/2014/main" id="{99A8038F-0CFE-324D-031B-0F3F27C88E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9053406"/>
                  </p:ext>
                </p:extLst>
              </p:nvPr>
            </p:nvGraphicFramePr>
            <p:xfrm>
              <a:off x="872358" y="3666369"/>
              <a:ext cx="4477408" cy="238196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46235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746235">
                      <a:extLst>
                        <a:ext uri="{9D8B030D-6E8A-4147-A177-3AD203B41FA5}">
                          <a16:colId xmlns:a16="http://schemas.microsoft.com/office/drawing/2014/main" val="123241445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</a:tblGrid>
                  <a:tr h="476392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r="-503390" b="-4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r="-403390" b="-4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r="-101695" b="-4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r="-1695" b="-40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3681973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＊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＊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25278662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271018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表 2">
                <a:extLst>
                  <a:ext uri="{FF2B5EF4-FFF2-40B4-BE49-F238E27FC236}">
                    <a16:creationId xmlns:a16="http://schemas.microsoft.com/office/drawing/2014/main" id="{BEE6E236-E5CE-8507-355D-3BF3BA337F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1530939"/>
                  </p:ext>
                </p:extLst>
              </p:nvPr>
            </p:nvGraphicFramePr>
            <p:xfrm>
              <a:off x="5820042" y="3666369"/>
              <a:ext cx="4477408" cy="238196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46235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746235">
                      <a:extLst>
                        <a:ext uri="{9D8B030D-6E8A-4147-A177-3AD203B41FA5}">
                          <a16:colId xmlns:a16="http://schemas.microsoft.com/office/drawing/2014/main" val="123241445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</a:tblGrid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1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1" smtClean="0">
                                        <a:solidFill>
                                          <a:schemeClr val="bg1"/>
                                        </a:solidFill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kumimoji="1" lang="en-US" altLang="ja-JP" b="1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  <m:r>
                                  <a:rPr kumimoji="1" lang="en-US" altLang="ja-JP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  <m:r>
                                  <a:rPr kumimoji="1" lang="en-US" altLang="ja-JP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3681973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＊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＊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25278662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271018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表 2">
                <a:extLst>
                  <a:ext uri="{FF2B5EF4-FFF2-40B4-BE49-F238E27FC236}">
                    <a16:creationId xmlns:a16="http://schemas.microsoft.com/office/drawing/2014/main" id="{BEE6E236-E5CE-8507-355D-3BF3BA337F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1530939"/>
                  </p:ext>
                </p:extLst>
              </p:nvPr>
            </p:nvGraphicFramePr>
            <p:xfrm>
              <a:off x="5820042" y="3666369"/>
              <a:ext cx="4477408" cy="238196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46235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746235">
                      <a:extLst>
                        <a:ext uri="{9D8B030D-6E8A-4147-A177-3AD203B41FA5}">
                          <a16:colId xmlns:a16="http://schemas.microsoft.com/office/drawing/2014/main" val="123241445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</a:tblGrid>
                  <a:tr h="476392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95" r="-503390" b="-4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695" r="-403390" b="-4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709" r="-103419" b="-4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r="-2542" b="-40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3681973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＊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＊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25278662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271018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表 6">
                <a:extLst>
                  <a:ext uri="{FF2B5EF4-FFF2-40B4-BE49-F238E27FC236}">
                    <a16:creationId xmlns:a16="http://schemas.microsoft.com/office/drawing/2014/main" id="{84D307C5-2A43-B412-5757-C66883F29A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3717006"/>
                  </p:ext>
                </p:extLst>
              </p:nvPr>
            </p:nvGraphicFramePr>
            <p:xfrm>
              <a:off x="7216451" y="3666369"/>
              <a:ext cx="4477408" cy="238196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46235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746235">
                      <a:extLst>
                        <a:ext uri="{9D8B030D-6E8A-4147-A177-3AD203B41FA5}">
                          <a16:colId xmlns:a16="http://schemas.microsoft.com/office/drawing/2014/main" val="123241445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</a:tblGrid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1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1" smtClean="0">
                                        <a:solidFill>
                                          <a:schemeClr val="bg1"/>
                                        </a:solidFill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kumimoji="1" lang="en-US" altLang="ja-JP" b="1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kumimoji="1" lang="en-US" altLang="ja-JP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  <m:r>
                                  <a:rPr kumimoji="1" lang="en-US" altLang="ja-JP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  <m:r>
                                  <a:rPr kumimoji="1" lang="en-US" altLang="ja-JP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3681973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＊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＊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25278662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271018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表 6">
                <a:extLst>
                  <a:ext uri="{FF2B5EF4-FFF2-40B4-BE49-F238E27FC236}">
                    <a16:creationId xmlns:a16="http://schemas.microsoft.com/office/drawing/2014/main" id="{84D307C5-2A43-B412-5757-C66883F29A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3717006"/>
                  </p:ext>
                </p:extLst>
              </p:nvPr>
            </p:nvGraphicFramePr>
            <p:xfrm>
              <a:off x="7216451" y="3666369"/>
              <a:ext cx="4477408" cy="238196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46235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746235">
                      <a:extLst>
                        <a:ext uri="{9D8B030D-6E8A-4147-A177-3AD203B41FA5}">
                          <a16:colId xmlns:a16="http://schemas.microsoft.com/office/drawing/2014/main" val="123241445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492469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</a:tblGrid>
                  <a:tr h="476392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95" r="-503390" b="-4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695" r="-403390" b="-4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709" r="-103419" b="-4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r="-2542" b="-40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3681973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＊</a:t>
                          </a:r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＊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25278662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27101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00394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57211-F892-432D-940F-7374B9384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表 1">
                <a:extLst>
                  <a:ext uri="{FF2B5EF4-FFF2-40B4-BE49-F238E27FC236}">
                    <a16:creationId xmlns:a16="http://schemas.microsoft.com/office/drawing/2014/main" id="{D0281106-64DB-CD94-8C86-0F5FF3DCA7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5233980"/>
                  </p:ext>
                </p:extLst>
              </p:nvPr>
            </p:nvGraphicFramePr>
            <p:xfrm>
              <a:off x="1021214" y="625458"/>
              <a:ext cx="5475278" cy="32004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684409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684409">
                      <a:extLst>
                        <a:ext uri="{9D8B030D-6E8A-4147-A177-3AD203B41FA5}">
                          <a16:colId xmlns:a16="http://schemas.microsoft.com/office/drawing/2014/main" val="123241445"/>
                        </a:ext>
                      </a:extLst>
                    </a:gridCol>
                    <a:gridCol w="1368820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368820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  <a:gridCol w="1368820">
                      <a:extLst>
                        <a:ext uri="{9D8B030D-6E8A-4147-A177-3AD203B41FA5}">
                          <a16:colId xmlns:a16="http://schemas.microsoft.com/office/drawing/2014/main" val="457761170"/>
                        </a:ext>
                      </a:extLst>
                    </a:gridCol>
                  </a:tblGrid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oMath>
                            </m:oMathPara>
                          </a14:m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oMath>
                            </m:oMathPara>
                          </a14:m>
                          <a:endParaRPr kumimoji="1" lang="en-US" altLang="ja-JP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>
                              <a:solidFill>
                                <a:schemeClr val="bg1"/>
                              </a:solidFill>
                            </a:rPr>
                            <a:t>現在の状態</a:t>
                          </a:r>
                          <a:b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>
                              <a:solidFill>
                                <a:schemeClr val="bg1"/>
                              </a:solidFill>
                            </a:rPr>
                            <a:t>次の状態</a:t>
                          </a:r>
                          <a:b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  <m:r>
                                  <a:rPr kumimoji="1" lang="en-US" altLang="ja-JP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現在の状態を保持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リセット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3681973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セット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25278662"/>
                      </a:ext>
                    </a:extLst>
                  </a:tr>
                  <a:tr h="4763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不定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使用しない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271018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表 1">
                <a:extLst>
                  <a:ext uri="{FF2B5EF4-FFF2-40B4-BE49-F238E27FC236}">
                    <a16:creationId xmlns:a16="http://schemas.microsoft.com/office/drawing/2014/main" id="{D0281106-64DB-CD94-8C86-0F5FF3DCA7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5233980"/>
                  </p:ext>
                </p:extLst>
              </p:nvPr>
            </p:nvGraphicFramePr>
            <p:xfrm>
              <a:off x="1021214" y="625458"/>
              <a:ext cx="5475278" cy="32004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684409">
                      <a:extLst>
                        <a:ext uri="{9D8B030D-6E8A-4147-A177-3AD203B41FA5}">
                          <a16:colId xmlns:a16="http://schemas.microsoft.com/office/drawing/2014/main" val="1865095150"/>
                        </a:ext>
                      </a:extLst>
                    </a:gridCol>
                    <a:gridCol w="684409">
                      <a:extLst>
                        <a:ext uri="{9D8B030D-6E8A-4147-A177-3AD203B41FA5}">
                          <a16:colId xmlns:a16="http://schemas.microsoft.com/office/drawing/2014/main" val="123241445"/>
                        </a:ext>
                      </a:extLst>
                    </a:gridCol>
                    <a:gridCol w="1368820">
                      <a:extLst>
                        <a:ext uri="{9D8B030D-6E8A-4147-A177-3AD203B41FA5}">
                          <a16:colId xmlns:a16="http://schemas.microsoft.com/office/drawing/2014/main" val="1372891102"/>
                        </a:ext>
                      </a:extLst>
                    </a:gridCol>
                    <a:gridCol w="1368820">
                      <a:extLst>
                        <a:ext uri="{9D8B030D-6E8A-4147-A177-3AD203B41FA5}">
                          <a16:colId xmlns:a16="http://schemas.microsoft.com/office/drawing/2014/main" val="1720492644"/>
                        </a:ext>
                      </a:extLst>
                    </a:gridCol>
                    <a:gridCol w="1368820">
                      <a:extLst>
                        <a:ext uri="{9D8B030D-6E8A-4147-A177-3AD203B41FA5}">
                          <a16:colId xmlns:a16="http://schemas.microsoft.com/office/drawing/2014/main" val="457761170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52" t="-3922" r="-703704" b="-4098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852" t="-3922" r="-603704" b="-4098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926" t="-3922" r="-201852" b="-4098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926" t="-3922" r="-101852" b="-4098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721710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現在の状態を保持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60527471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  <a:endParaRPr kumimoji="1" lang="ja-JP" altLang="en-US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リセット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368197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セット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2527866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0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1" dirty="0"/>
                            <a:t>1</a:t>
                          </a:r>
                          <a:endParaRPr kumimoji="1" lang="ja-JP" altLang="en-US" b="1"/>
                        </a:p>
                      </a:txBody>
                      <a:tcPr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不定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1"/>
                            <a:t>使用しない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27101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32398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1181</TotalTime>
  <Words>983</Words>
  <Application>Microsoft Macintosh PowerPoint</Application>
  <PresentationFormat>ワイド画面</PresentationFormat>
  <Paragraphs>486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kkagawa</dc:creator>
  <cp:lastModifiedBy>kkagawa</cp:lastModifiedBy>
  <cp:revision>23</cp:revision>
  <dcterms:created xsi:type="dcterms:W3CDTF">2025-10-20T22:40:05Z</dcterms:created>
  <dcterms:modified xsi:type="dcterms:W3CDTF">2025-11-25T08:53:44Z</dcterms:modified>
</cp:coreProperties>
</file>