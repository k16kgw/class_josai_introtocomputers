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7"/>
    <p:restoredTop sz="94694"/>
  </p:normalViewPr>
  <p:slideViewPr>
    <p:cSldViewPr snapToGrid="0">
      <p:cViewPr varScale="1">
        <p:scale>
          <a:sx n="120" d="100"/>
          <a:sy n="12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6AB5E-AB31-8618-3E64-F0015709C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5671BE-3C3A-7969-3014-F31A50E4F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5A1680-A516-F7FA-F958-748CFE995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1583-5128-D0EE-9D30-982565C8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D3A71-35ED-88DD-91B2-68782D0F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2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A6B56-58A0-B1E9-42A9-0841956F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1BFC0-7300-1FA4-7C3A-EBB7BA768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E3E214-48B3-8715-9DAB-DD6DD57E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036831-6A41-5B3A-6042-FB843449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FF503-51EA-9023-7A9D-E703456D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19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17CBF-279B-1886-9880-D4B1F27BB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7B9001-4DF0-5DB2-8BFC-ACE10741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3EFD63-53B4-B939-C953-F413E8BB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12D91-158F-B79E-C833-2364F22DE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9A437-164E-6444-D38B-6C37E5F3F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87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AEF83-666B-290E-A279-4C3025F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7BA3F-9B6B-1719-1921-A6240242F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A2CB78-CC94-F346-95B4-C58E69730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A00E5-2FEB-7D7F-30F4-8C251461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D2A5C-2C6F-5291-0418-0A777C1A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4B3773-F131-F05E-F172-8F277FAD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352C9-7D95-20E6-219E-6F9E0458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380F01-AE7F-BF5C-F577-4F8EE734D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B22E2-3E23-C1B1-6333-BF5F7F2C6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1BD9C5-4676-4624-2D6E-7B9C9251B4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405B3E-B6C4-DF18-4E7C-7A48AA0D4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8A9F77-D702-E6BE-C3D3-B44808C45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5B2BA2-E3D7-769B-88D9-FE220B27B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A8D282-5B5E-28D6-978F-F5FD95C8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35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36EA5-0211-8641-7B36-018CDC88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7BDA8D-30C9-E708-BAAB-4C59FA48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2470741-4831-7B85-B982-4E479DFBD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981492-3642-9439-91E2-9675CF5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7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23E875-DF41-B175-CA65-9E9C1B43D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69F920A-D08E-D359-4583-95FE39F26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139112-518D-3AB6-6841-924DAE31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4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63C8B-BA4D-68AA-1A0F-0BA3682E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AF469-EFDD-E862-6AC3-38D4ADF70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4E58BA-A649-07CB-336B-5DAA1BEB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7EE64C-05AD-130C-B331-EFC844E3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98ED75-2CCA-3136-A4F4-4E390AB9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1958B5-0C5A-9222-11C9-AC19E741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30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C4AED-6408-0975-D415-84B240B4B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80DE0F-5F66-FE8B-2F1D-B9AEFC6E0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0A52AF-E6DD-3FCD-7244-258F63C2B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FEE27A-59E2-83C9-7745-6080A032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AF1032-5FD8-0DDF-84B8-549663B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D04227-1828-F6CF-9699-BAEE554C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350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AFA3EB-DD96-AE65-AA31-432DF2CC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DA6DCD-36EB-6D81-E865-AF786C4AA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66BEDC-43F4-9F1E-C2BC-D01451989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BC0B2F-8C74-CFA4-8710-036B7145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844F1-BFC6-A936-EBB5-B38743F7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741041-A94B-0648-3194-506890892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8D00F4-D79E-6BEB-37EE-2664D5EDF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75ADF-CA8F-9A11-C6A4-2AF0BB43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4FC95-4C6E-B258-993F-0787FDB51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84668-E236-98BC-7EE2-3E70B35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61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743A0E-0224-AE61-5EED-36EBD6F1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3C2-7DB8-C8A5-43DD-09586748F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E9A72A-3272-5CE8-845E-8BE1047EA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7418-63AD-0D42-AD46-6F16D2BF5D76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2633CA-D6D1-DBD9-F5F2-7099D8B36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DA48C-916D-A55F-ADBE-46FBE562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3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9FE2D6-FD68-215C-0F7C-6EC8EED5DE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9DF1392-A8DA-4804-B29A-764542AD23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77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25463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108163" r="-102817" b="-10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108163" r="-2817" b="-10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204000" r="-10281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204000" r="-2817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106897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106897" r="-203614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106897" r="-10119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106897" r="-2410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206897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206897" r="-203614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206897" r="-10119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206897" r="-2410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105085" r="-30000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105085" r="-20283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105085" r="-10093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105085" r="-1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208621" r="-30000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208621" r="-20283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208621" r="-100935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208621" r="-1887" b="-2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308621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308621" r="-20283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308621" r="-100935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308621" r="-1887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408621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408621" r="-20283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408621" r="-100935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408621" r="-1887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65120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2253F5-998E-7A38-FE4E-B08F89E3D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828"/>
              </p:ext>
            </p:extLst>
          </p:nvPr>
        </p:nvGraphicFramePr>
        <p:xfrm>
          <a:off x="5812220" y="38714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EF2150-5E63-5FF5-52CA-9AE9342C2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51677"/>
              </p:ext>
            </p:extLst>
          </p:nvPr>
        </p:nvGraphicFramePr>
        <p:xfrm>
          <a:off x="2032000" y="29481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759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46C1-F22B-C333-2B7A-446C3881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5ED2FCF-3CD5-AD91-C51D-818091139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009607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DABB313-7D82-E490-279F-379E4E3AB00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1CB598-5C1C-BC2C-7EFF-08A43CFF5243}"/>
              </a:ext>
            </a:extLst>
          </p:cNvPr>
          <p:cNvSpPr/>
          <p:nvPr/>
        </p:nvSpPr>
        <p:spPr>
          <a:xfrm>
            <a:off x="4165601" y="1797269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blipFill>
                <a:blip r:embed="rId2"/>
                <a:stretch>
                  <a:fillRect t="-11628" r="-9023" b="-27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F113B35-74A7-E954-65B0-6634456B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94827"/>
              </p:ext>
            </p:extLst>
          </p:nvPr>
        </p:nvGraphicFramePr>
        <p:xfrm>
          <a:off x="2032000" y="339602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84FCCE4-E9C8-D0CF-CED7-6ED17A20A561}"/>
              </a:ext>
            </a:extLst>
          </p:cNvPr>
          <p:cNvSpPr/>
          <p:nvPr/>
        </p:nvSpPr>
        <p:spPr>
          <a:xfrm>
            <a:off x="5206125" y="4125310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F025DB68-B0A0-DFCE-4F98-CBE9E2326D97}"/>
              </a:ext>
            </a:extLst>
          </p:cNvPr>
          <p:cNvSpPr/>
          <p:nvPr/>
        </p:nvSpPr>
        <p:spPr>
          <a:xfrm>
            <a:off x="4165601" y="4882055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/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???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0A25-B39D-8DAF-91C4-25B0EF2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6E94F4C-E805-BDB4-F083-A2EF064A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9470"/>
              </p:ext>
            </p:extLst>
          </p:nvPr>
        </p:nvGraphicFramePr>
        <p:xfrm>
          <a:off x="2084552" y="709449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B86AA627-668C-3DB0-8640-FC02A899BF18}"/>
              </a:ext>
            </a:extLst>
          </p:cNvPr>
          <p:cNvSpPr/>
          <p:nvPr/>
        </p:nvSpPr>
        <p:spPr>
          <a:xfrm>
            <a:off x="4796221" y="2207173"/>
            <a:ext cx="2666123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E7A54A72-59C2-0C76-66AF-22F5C44A06B0}"/>
              </a:ext>
            </a:extLst>
          </p:cNvPr>
          <p:cNvSpPr/>
          <p:nvPr/>
        </p:nvSpPr>
        <p:spPr>
          <a:xfrm>
            <a:off x="6148551" y="2207173"/>
            <a:ext cx="266612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/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blipFill>
                <a:blip r:embed="rId2"/>
                <a:stretch>
                  <a:fillRect t="-11905" r="-6818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12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2E9-C7F4-7123-DA71-A37F240F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1A7BDFF-BD3C-1876-7555-9126C4513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3786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CF1DC60C-866B-D651-4C3B-34BE644F43D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43EC55D-18B8-4FA0-C43A-D2A0D4CF905F}"/>
              </a:ext>
            </a:extLst>
          </p:cNvPr>
          <p:cNvSpPr/>
          <p:nvPr/>
        </p:nvSpPr>
        <p:spPr>
          <a:xfrm>
            <a:off x="3090041" y="1797269"/>
            <a:ext cx="4207642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6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5656-DD5F-D58E-536E-70868E55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00B8EEC-D98B-C7A0-5DE7-7AC5FF3B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125283"/>
              </p:ext>
            </p:extLst>
          </p:nvPr>
        </p:nvGraphicFramePr>
        <p:xfrm>
          <a:off x="2578538" y="11193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18D2199-DAFB-74F1-C9E6-2957E3E1E3FA}"/>
              </a:ext>
            </a:extLst>
          </p:cNvPr>
          <p:cNvSpPr/>
          <p:nvPr/>
        </p:nvSpPr>
        <p:spPr>
          <a:xfrm>
            <a:off x="3923862" y="2596055"/>
            <a:ext cx="5398816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6633BBE-959C-FF7A-CC9E-AB73FCC49F41}"/>
              </a:ext>
            </a:extLst>
          </p:cNvPr>
          <p:cNvSpPr/>
          <p:nvPr/>
        </p:nvSpPr>
        <p:spPr>
          <a:xfrm>
            <a:off x="6653048" y="1873077"/>
            <a:ext cx="130328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/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6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CD3487-DF3B-51DA-F184-96AB680D430B}"/>
              </a:ext>
            </a:extLst>
          </p:cNvPr>
          <p:cNvCxnSpPr/>
          <p:nvPr/>
        </p:nvCxnSpPr>
        <p:spPr>
          <a:xfrm flipV="1">
            <a:off x="5896303" y="1334814"/>
            <a:ext cx="882869" cy="136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CE35A74-6D69-6148-531C-06595C50AAAA}"/>
              </a:ext>
            </a:extLst>
          </p:cNvPr>
          <p:cNvCxnSpPr>
            <a:cxnSpLocks/>
          </p:cNvCxnSpPr>
          <p:nvPr/>
        </p:nvCxnSpPr>
        <p:spPr>
          <a:xfrm>
            <a:off x="5896303" y="1487214"/>
            <a:ext cx="882869" cy="141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28696C6-7F1E-971C-29DC-8F99BCD940D9}"/>
              </a:ext>
            </a:extLst>
          </p:cNvPr>
          <p:cNvCxnSpPr>
            <a:cxnSpLocks/>
          </p:cNvCxnSpPr>
          <p:nvPr/>
        </p:nvCxnSpPr>
        <p:spPr>
          <a:xfrm flipV="1">
            <a:off x="5896303" y="1334814"/>
            <a:ext cx="882869" cy="1061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E57508-2797-70E4-EDF7-CD0C720ED977}"/>
              </a:ext>
            </a:extLst>
          </p:cNvPr>
          <p:cNvCxnSpPr>
            <a:cxnSpLocks/>
          </p:cNvCxnSpPr>
          <p:nvPr/>
        </p:nvCxnSpPr>
        <p:spPr>
          <a:xfrm flipV="1">
            <a:off x="5896303" y="1623848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46C8F57-E4DB-1019-B242-77C5648DCA20}"/>
              </a:ext>
            </a:extLst>
          </p:cNvPr>
          <p:cNvCxnSpPr>
            <a:cxnSpLocks/>
          </p:cNvCxnSpPr>
          <p:nvPr/>
        </p:nvCxnSpPr>
        <p:spPr>
          <a:xfrm>
            <a:off x="5896303" y="26906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45DB2BB-9194-1DCF-9FAC-59BCB38BB4D9}"/>
              </a:ext>
            </a:extLst>
          </p:cNvPr>
          <p:cNvCxnSpPr>
            <a:cxnSpLocks/>
          </p:cNvCxnSpPr>
          <p:nvPr/>
        </p:nvCxnSpPr>
        <p:spPr>
          <a:xfrm flipV="1">
            <a:off x="5896303" y="2690648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23FAF0E1-D873-A6BD-F5AB-9556C336016B}"/>
              </a:ext>
            </a:extLst>
          </p:cNvPr>
          <p:cNvCxnSpPr>
            <a:cxnSpLocks/>
          </p:cNvCxnSpPr>
          <p:nvPr/>
        </p:nvCxnSpPr>
        <p:spPr>
          <a:xfrm>
            <a:off x="5896303" y="2396359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B31EA48-D016-7AEA-A5B4-A52C63191CF7}"/>
              </a:ext>
            </a:extLst>
          </p:cNvPr>
          <p:cNvCxnSpPr>
            <a:cxnSpLocks/>
          </p:cNvCxnSpPr>
          <p:nvPr/>
        </p:nvCxnSpPr>
        <p:spPr>
          <a:xfrm flipV="1">
            <a:off x="5896303" y="2412125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B76C7B41-6474-59FA-9AEC-407403787909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68F75D9-BF68-5584-47A5-83E805686BED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EBD078E-C2E8-3DBE-A71A-7DC99D020580}"/>
              </a:ext>
            </a:extLst>
          </p:cNvPr>
          <p:cNvCxnSpPr>
            <a:cxnSpLocks/>
          </p:cNvCxnSpPr>
          <p:nvPr/>
        </p:nvCxnSpPr>
        <p:spPr>
          <a:xfrm>
            <a:off x="7378262" y="1361089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0BD9B06-5C49-4ED6-34E3-1097B2F3C721}"/>
              </a:ext>
            </a:extLst>
          </p:cNvPr>
          <p:cNvCxnSpPr>
            <a:cxnSpLocks/>
          </p:cNvCxnSpPr>
          <p:nvPr/>
        </p:nvCxnSpPr>
        <p:spPr>
          <a:xfrm flipV="1">
            <a:off x="7378262" y="1361089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CFD247C-BD21-9660-C7EE-02177FDB0046}"/>
              </a:ext>
            </a:extLst>
          </p:cNvPr>
          <p:cNvCxnSpPr>
            <a:cxnSpLocks/>
          </p:cNvCxnSpPr>
          <p:nvPr/>
        </p:nvCxnSpPr>
        <p:spPr>
          <a:xfrm>
            <a:off x="7378262" y="16238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FF40FE4-8918-1F06-2A5E-88AC70BED4A3}"/>
              </a:ext>
            </a:extLst>
          </p:cNvPr>
          <p:cNvCxnSpPr>
            <a:cxnSpLocks/>
          </p:cNvCxnSpPr>
          <p:nvPr/>
        </p:nvCxnSpPr>
        <p:spPr>
          <a:xfrm flipV="1">
            <a:off x="7378262" y="1623848"/>
            <a:ext cx="882869" cy="772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2105" t="-81579" r="-4031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81579" r="-2989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158" t="-81579" r="-2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158" t="-81579" r="-1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3158" t="-81579" r="-2105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186486" r="-503158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278947" r="-503158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359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3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3BC3AF-CA32-5344-803E-45133921434C}"/>
              </a:ext>
            </a:extLst>
          </p:cNvPr>
          <p:cNvCxnSpPr>
            <a:cxnSpLocks/>
          </p:cNvCxnSpPr>
          <p:nvPr/>
        </p:nvCxnSpPr>
        <p:spPr>
          <a:xfrm>
            <a:off x="7420304" y="2264979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5CE8F7A-6AE8-8FD4-01F7-5D90ECDBA0DB}"/>
              </a:ext>
            </a:extLst>
          </p:cNvPr>
          <p:cNvCxnSpPr>
            <a:cxnSpLocks/>
          </p:cNvCxnSpPr>
          <p:nvPr/>
        </p:nvCxnSpPr>
        <p:spPr>
          <a:xfrm flipV="1">
            <a:off x="7420304" y="2811517"/>
            <a:ext cx="777765" cy="1350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9109BD7-9FD1-FD99-F635-D66E81C077B9}"/>
              </a:ext>
            </a:extLst>
          </p:cNvPr>
          <p:cNvCxnSpPr>
            <a:cxnSpLocks/>
          </p:cNvCxnSpPr>
          <p:nvPr/>
        </p:nvCxnSpPr>
        <p:spPr>
          <a:xfrm flipV="1">
            <a:off x="7420304" y="2264979"/>
            <a:ext cx="777765" cy="152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FFAED87-9752-0585-B136-2BD707C489A0}"/>
              </a:ext>
            </a:extLst>
          </p:cNvPr>
          <p:cNvCxnSpPr>
            <a:cxnSpLocks/>
          </p:cNvCxnSpPr>
          <p:nvPr/>
        </p:nvCxnSpPr>
        <p:spPr>
          <a:xfrm flipV="1">
            <a:off x="7420304" y="2527738"/>
            <a:ext cx="777765" cy="10326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D2AB2CB-9AF8-8C11-33B3-B761C4F4FCBB}"/>
              </a:ext>
            </a:extLst>
          </p:cNvPr>
          <p:cNvCxnSpPr>
            <a:cxnSpLocks/>
          </p:cNvCxnSpPr>
          <p:nvPr/>
        </p:nvCxnSpPr>
        <p:spPr>
          <a:xfrm>
            <a:off x="7420304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635E173-F64E-ED6A-75E7-FD01C789238E}"/>
              </a:ext>
            </a:extLst>
          </p:cNvPr>
          <p:cNvCxnSpPr>
            <a:cxnSpLocks/>
          </p:cNvCxnSpPr>
          <p:nvPr/>
        </p:nvCxnSpPr>
        <p:spPr>
          <a:xfrm>
            <a:off x="7420304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59766A2-B209-CDCF-3DCF-015F3ECC8C6D}"/>
              </a:ext>
            </a:extLst>
          </p:cNvPr>
          <p:cNvCxnSpPr>
            <a:cxnSpLocks/>
          </p:cNvCxnSpPr>
          <p:nvPr/>
        </p:nvCxnSpPr>
        <p:spPr>
          <a:xfrm>
            <a:off x="7420304" y="3084786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A372D97-110E-86A5-704C-55D4D9AD6251}"/>
              </a:ext>
            </a:extLst>
          </p:cNvPr>
          <p:cNvCxnSpPr>
            <a:cxnSpLocks/>
          </p:cNvCxnSpPr>
          <p:nvPr/>
        </p:nvCxnSpPr>
        <p:spPr>
          <a:xfrm flipV="1">
            <a:off x="7420304" y="3118946"/>
            <a:ext cx="777765" cy="441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DB570B22-7C4F-2AC1-746C-FDA554F054D4}"/>
              </a:ext>
            </a:extLst>
          </p:cNvPr>
          <p:cNvCxnSpPr>
            <a:cxnSpLocks/>
          </p:cNvCxnSpPr>
          <p:nvPr/>
        </p:nvCxnSpPr>
        <p:spPr>
          <a:xfrm>
            <a:off x="5964621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1120729-5785-5341-8C17-8ED935572D63}"/>
              </a:ext>
            </a:extLst>
          </p:cNvPr>
          <p:cNvCxnSpPr>
            <a:cxnSpLocks/>
          </p:cNvCxnSpPr>
          <p:nvPr/>
        </p:nvCxnSpPr>
        <p:spPr>
          <a:xfrm flipV="1">
            <a:off x="5964621" y="2264979"/>
            <a:ext cx="777765" cy="26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10B4248-C965-C4E1-8C96-347250F9A4B4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1070C0B-F3C4-A059-3377-1BB75A8EF63F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278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EC410DD-338E-DCDF-D8B0-94CAFB463F86}"/>
              </a:ext>
            </a:extLst>
          </p:cNvPr>
          <p:cNvCxnSpPr>
            <a:cxnSpLocks/>
          </p:cNvCxnSpPr>
          <p:nvPr/>
        </p:nvCxnSpPr>
        <p:spPr>
          <a:xfrm>
            <a:off x="5964621" y="3578771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C0703A5-893C-A544-42D6-B3EC7E768F25}"/>
              </a:ext>
            </a:extLst>
          </p:cNvPr>
          <p:cNvCxnSpPr>
            <a:cxnSpLocks/>
          </p:cNvCxnSpPr>
          <p:nvPr/>
        </p:nvCxnSpPr>
        <p:spPr>
          <a:xfrm>
            <a:off x="5964621" y="385204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C75518D-67C3-C608-5757-30CAE2F26197}"/>
              </a:ext>
            </a:extLst>
          </p:cNvPr>
          <p:cNvCxnSpPr>
            <a:cxnSpLocks/>
          </p:cNvCxnSpPr>
          <p:nvPr/>
        </p:nvCxnSpPr>
        <p:spPr>
          <a:xfrm>
            <a:off x="5964621" y="414633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246B7F3-605F-3C8E-FFDF-9AC7C5368ABD}"/>
              </a:ext>
            </a:extLst>
          </p:cNvPr>
          <p:cNvCxnSpPr>
            <a:cxnSpLocks/>
          </p:cNvCxnSpPr>
          <p:nvPr/>
        </p:nvCxnSpPr>
        <p:spPr>
          <a:xfrm flipV="1">
            <a:off x="5964621" y="3084786"/>
            <a:ext cx="777765" cy="107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119E42D-7E8F-5473-EB9D-260D23CC9EDA}"/>
              </a:ext>
            </a:extLst>
          </p:cNvPr>
          <p:cNvCxnSpPr>
            <a:cxnSpLocks/>
          </p:cNvCxnSpPr>
          <p:nvPr/>
        </p:nvCxnSpPr>
        <p:spPr>
          <a:xfrm flipV="1">
            <a:off x="5964621" y="2811516"/>
            <a:ext cx="727842" cy="767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AD83042-D70D-BA47-95CD-4A6A90228E27}"/>
              </a:ext>
            </a:extLst>
          </p:cNvPr>
          <p:cNvCxnSpPr>
            <a:cxnSpLocks/>
          </p:cNvCxnSpPr>
          <p:nvPr/>
        </p:nvCxnSpPr>
        <p:spPr>
          <a:xfrm flipV="1">
            <a:off x="5964621" y="2538248"/>
            <a:ext cx="752803" cy="1313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BA3529D-BA48-4F33-B6FA-68E9BFA3E47B}"/>
              </a:ext>
            </a:extLst>
          </p:cNvPr>
          <p:cNvCxnSpPr>
            <a:cxnSpLocks/>
          </p:cNvCxnSpPr>
          <p:nvPr/>
        </p:nvCxnSpPr>
        <p:spPr>
          <a:xfrm flipV="1">
            <a:off x="5964621" y="2291257"/>
            <a:ext cx="752803" cy="1287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586E780-160C-5B64-E294-3CE96ADBA033}"/>
              </a:ext>
            </a:extLst>
          </p:cNvPr>
          <p:cNvCxnSpPr>
            <a:cxnSpLocks/>
          </p:cNvCxnSpPr>
          <p:nvPr/>
        </p:nvCxnSpPr>
        <p:spPr>
          <a:xfrm flipV="1">
            <a:off x="5964621" y="4146328"/>
            <a:ext cx="777765" cy="940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680CC6E1-9390-2970-D244-198DC10FCAF6}"/>
              </a:ext>
            </a:extLst>
          </p:cNvPr>
          <p:cNvCxnSpPr>
            <a:cxnSpLocks/>
          </p:cNvCxnSpPr>
          <p:nvPr/>
        </p:nvCxnSpPr>
        <p:spPr>
          <a:xfrm flipV="1">
            <a:off x="5964621" y="3852039"/>
            <a:ext cx="752803" cy="1234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A2084DC2-69D0-7A40-3FCE-34C2FFADED2B}"/>
              </a:ext>
            </a:extLst>
          </p:cNvPr>
          <p:cNvCxnSpPr>
            <a:cxnSpLocks/>
          </p:cNvCxnSpPr>
          <p:nvPr/>
        </p:nvCxnSpPr>
        <p:spPr>
          <a:xfrm flipV="1">
            <a:off x="5964621" y="3578771"/>
            <a:ext cx="752803" cy="1508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65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564" t="-81579" r="-505128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847" t="-81579" r="-4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0847" t="-81579" r="-3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00847" t="-81579" r="-2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5128" t="-81579" r="-102564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0000" t="-81579" r="-1695" b="-2105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181579" r="-600000" b="-1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281579" r="-6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1571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E649-03BF-A4B8-00A2-53C013F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D7058C-A3D2-131E-E200-FC8B3F4F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56000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21DFDD3-293F-FDB9-5A5F-545F6BF97622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275547-0A22-668A-333E-C56ACF511A62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0120846-AFA9-A2F3-66D2-A4B9DE8A1647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1357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B7EEFF9-D049-4144-7F6B-0661F5DB38E7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7325CDB-2B00-F70E-07A8-7454A4159432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396AFFC-F24B-887E-AC3A-DF0D7D90F8EC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032D3C5-121A-E3A2-479E-B48913607723}"/>
              </a:ext>
            </a:extLst>
          </p:cNvPr>
          <p:cNvCxnSpPr>
            <a:cxnSpLocks/>
          </p:cNvCxnSpPr>
          <p:nvPr/>
        </p:nvCxnSpPr>
        <p:spPr>
          <a:xfrm>
            <a:off x="8145517" y="2629575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44A124A-DF7F-0073-3CB7-3E9C9ECF5E15}"/>
              </a:ext>
            </a:extLst>
          </p:cNvPr>
          <p:cNvCxnSpPr>
            <a:cxnSpLocks/>
          </p:cNvCxnSpPr>
          <p:nvPr/>
        </p:nvCxnSpPr>
        <p:spPr>
          <a:xfrm flipV="1">
            <a:off x="8145517" y="2645341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F0B1C31-0F7B-9971-D9F3-84C25A841E1B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AA37635-DC69-D75F-8FF5-175AE342DA24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D228A289-CAA6-B001-51A9-D7BDBA856540}"/>
              </a:ext>
            </a:extLst>
          </p:cNvPr>
          <p:cNvCxnSpPr>
            <a:cxnSpLocks/>
          </p:cNvCxnSpPr>
          <p:nvPr/>
        </p:nvCxnSpPr>
        <p:spPr>
          <a:xfrm>
            <a:off x="9627476" y="1303283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6F3CC0D-21FE-432F-0E0F-C89201AD0094}"/>
              </a:ext>
            </a:extLst>
          </p:cNvPr>
          <p:cNvCxnSpPr>
            <a:cxnSpLocks/>
          </p:cNvCxnSpPr>
          <p:nvPr/>
        </p:nvCxnSpPr>
        <p:spPr>
          <a:xfrm flipV="1">
            <a:off x="9627476" y="1303283"/>
            <a:ext cx="882869" cy="189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736AA58-5AE2-4D8A-8853-05A5D96A9C52}"/>
              </a:ext>
            </a:extLst>
          </p:cNvPr>
          <p:cNvCxnSpPr>
            <a:cxnSpLocks/>
          </p:cNvCxnSpPr>
          <p:nvPr/>
        </p:nvCxnSpPr>
        <p:spPr>
          <a:xfrm flipV="1">
            <a:off x="9627476" y="1594305"/>
            <a:ext cx="882869" cy="1035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9A0476-E9DD-9224-558A-1C1F4FA8D6DE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56797D5-4870-D09C-E32B-5CFD020EA0A9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CFEEEA2-C5D2-4B21-7BBA-EE0B6FA709A4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E98EA4C-2DF1-088F-48D2-A5092CA4DA14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D563583-FB99-C5DA-E57A-B14E4A7B6652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D34E5C4-98AD-0D4A-6C02-4DF28BC00690}"/>
              </a:ext>
            </a:extLst>
          </p:cNvPr>
          <p:cNvCxnSpPr>
            <a:cxnSpLocks/>
          </p:cNvCxnSpPr>
          <p:nvPr/>
        </p:nvCxnSpPr>
        <p:spPr>
          <a:xfrm>
            <a:off x="9627476" y="156803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F1880C4-306F-7CAC-00AF-9F7A566FE2E4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CEB7E63-B3B1-D45C-502F-676C0326A153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575B6CE-4475-F00F-960C-7F6C54A279A8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5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40000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3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2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103704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8780" t="-81579" r="-2439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9878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9878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329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DF5D-A800-DC9A-4621-F2167EDE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7436A42-4D00-7AB9-778F-1D1DA4A09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55444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BC</a:t>
                      </a:r>
                    </a:p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B569A6F-30D8-1417-A7FF-A4D42D53AED5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4CC05AD4-9709-CB08-2906-72B6F5CCE821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9195B89-8B5C-856F-CC02-F7101A39F095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BC4B276-6CBB-3263-1DB9-9D86E8978FB9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752FE80C-4624-F31C-AB93-CA5BB2444400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70B9BB2-31E6-07FC-457B-E079F4282176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4DF978E-2EA9-4E9E-6D18-98181BACFCE0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665CF09-7BEB-808C-5ECD-967A83CEAB81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C77D293-87B0-CDCC-26BA-939CCD99F5A2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47D9344-43C6-C4EE-BA74-FD6693F600BC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4DFF715-6728-BA32-EA88-E4A515C7B1BF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F51613E-C2FF-1888-9696-50DAB4B94973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08C5D7D-0321-3C95-6F32-CDE34FBBE03A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2C647DAB-43E6-6409-B06D-18B14E9E690C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4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3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2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102439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3704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0000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2022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85493-D86D-C2AF-F6B4-24759FDE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3428" t="-6897" r="-100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3428" t="-6897" r="-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81579" r="-13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579" r="-12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55" t="-181579" r="-505128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53" t="-181579" r="-4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153" t="-181579" r="-3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9153" t="-181579" r="-2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419" t="-181579" r="-102564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8305" t="-181579" r="-1695" b="-3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1695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1695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00394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57211-F892-432D-940F-7374B9384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7755577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現在の状態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7755577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52" t="-3922" r="-7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852" t="-3922" r="-6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926" t="-3922" r="-2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26" t="-3922" r="-1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32398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</TotalTime>
  <Words>983</Words>
  <Application>Microsoft Macintosh PowerPoint</Application>
  <PresentationFormat>ワイド画面</PresentationFormat>
  <Paragraphs>486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kkagawa</dc:creator>
  <cp:lastModifiedBy>kkagawa</cp:lastModifiedBy>
  <cp:revision>22</cp:revision>
  <dcterms:created xsi:type="dcterms:W3CDTF">2025-10-20T22:40:05Z</dcterms:created>
  <dcterms:modified xsi:type="dcterms:W3CDTF">2025-11-25T04:24:30Z</dcterms:modified>
</cp:coreProperties>
</file>